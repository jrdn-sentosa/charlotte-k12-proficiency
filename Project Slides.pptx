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Black"/>
      <p:bold r:id="rId15"/>
      <p:boldItalic r:id="rId16"/>
    </p:embeddedFont>
    <p:embeddedFont>
      <p:font typeface="DM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lack-bold.fntdata"/><Relationship Id="rId14" Type="http://schemas.openxmlformats.org/officeDocument/2006/relationships/slide" Target="slides/slide9.xml"/><Relationship Id="rId17" Type="http://schemas.openxmlformats.org/officeDocument/2006/relationships/font" Target="fonts/DMSans-regular.fntdata"/><Relationship Id="rId16" Type="http://schemas.openxmlformats.org/officeDocument/2006/relationships/font" Target="fonts/NunitoBlack-boldItalic.fntdata"/><Relationship Id="rId5" Type="http://schemas.openxmlformats.org/officeDocument/2006/relationships/notesMaster" Target="notesMasters/notesMaster1.xml"/><Relationship Id="rId19" Type="http://schemas.openxmlformats.org/officeDocument/2006/relationships/font" Target="fonts/DMSans-italic.fntdata"/><Relationship Id="rId6" Type="http://schemas.openxmlformats.org/officeDocument/2006/relationships/slide" Target="slides/slide1.xml"/><Relationship Id="rId18" Type="http://schemas.openxmlformats.org/officeDocument/2006/relationships/font" Target="fonts/DM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b946f83e57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2b946f83e57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e207fd22f2_0_250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e207fd22f2_0_25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db7c294c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3db7c294c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e1d838b627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e1d838b627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db883b679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3db883b679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you can see the graph on the right is much more balanced and provides insight on more helpful variables such as rental costs around the area and easy access to the internet” or something like that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db883b679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3db883b679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db883b679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3db883b679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db883b679b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3db883b679b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135c9f142d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135c9f142d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10" name="Google Shape;10;p2"/>
          <p:cNvSpPr txBox="1"/>
          <p:nvPr>
            <p:ph type="ctrTitle"/>
          </p:nvPr>
        </p:nvSpPr>
        <p:spPr>
          <a:xfrm>
            <a:off x="839200" y="1179825"/>
            <a:ext cx="4811100" cy="21804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b="0" sz="4300">
                <a:latin typeface="Nunito Black"/>
                <a:ea typeface="Nunito Black"/>
                <a:cs typeface="Nunito Black"/>
                <a:sym typeface="Nunito Black"/>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839200" y="3360248"/>
            <a:ext cx="4811100" cy="393600"/>
          </a:xfrm>
          <a:prstGeom prst="rect">
            <a:avLst/>
          </a:prstGeom>
          <a:ln>
            <a:noFill/>
          </a:ln>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600">
                <a:latin typeface="DM Sans"/>
                <a:ea typeface="DM Sans"/>
                <a:cs typeface="DM Sans"/>
                <a:sym typeface="DM Sans"/>
              </a:defRPr>
            </a:lvl1pPr>
            <a:lvl2pPr lvl="1" algn="ctr">
              <a:lnSpc>
                <a:spcPct val="115000"/>
              </a:lnSpc>
              <a:spcBef>
                <a:spcPts val="0"/>
              </a:spcBef>
              <a:spcAft>
                <a:spcPts val="0"/>
              </a:spcAft>
              <a:buSzPts val="1800"/>
              <a:buNone/>
              <a:defRPr sz="1800"/>
            </a:lvl2pPr>
            <a:lvl3pPr lvl="2" algn="ctr">
              <a:lnSpc>
                <a:spcPct val="115000"/>
              </a:lnSpc>
              <a:spcBef>
                <a:spcPts val="0"/>
              </a:spcBef>
              <a:spcAft>
                <a:spcPts val="0"/>
              </a:spcAft>
              <a:buSzPts val="1800"/>
              <a:buNone/>
              <a:defRPr sz="1800"/>
            </a:lvl3pPr>
            <a:lvl4pPr lvl="3" algn="ctr">
              <a:lnSpc>
                <a:spcPct val="115000"/>
              </a:lnSpc>
              <a:spcBef>
                <a:spcPts val="0"/>
              </a:spcBef>
              <a:spcAft>
                <a:spcPts val="0"/>
              </a:spcAft>
              <a:buSzPts val="1800"/>
              <a:buNone/>
              <a:defRPr sz="1800"/>
            </a:lvl4pPr>
            <a:lvl5pPr lvl="4" algn="ctr">
              <a:lnSpc>
                <a:spcPct val="115000"/>
              </a:lnSpc>
              <a:spcBef>
                <a:spcPts val="0"/>
              </a:spcBef>
              <a:spcAft>
                <a:spcPts val="0"/>
              </a:spcAft>
              <a:buSzPts val="1800"/>
              <a:buNone/>
              <a:defRPr sz="1800"/>
            </a:lvl5pPr>
            <a:lvl6pPr lvl="5" algn="ctr">
              <a:lnSpc>
                <a:spcPct val="115000"/>
              </a:lnSpc>
              <a:spcBef>
                <a:spcPts val="0"/>
              </a:spcBef>
              <a:spcAft>
                <a:spcPts val="0"/>
              </a:spcAft>
              <a:buSzPts val="1800"/>
              <a:buNone/>
              <a:defRPr sz="1800"/>
            </a:lvl6pPr>
            <a:lvl7pPr lvl="6" algn="ctr">
              <a:lnSpc>
                <a:spcPct val="115000"/>
              </a:lnSpc>
              <a:spcBef>
                <a:spcPts val="0"/>
              </a:spcBef>
              <a:spcAft>
                <a:spcPts val="0"/>
              </a:spcAft>
              <a:buSzPts val="1800"/>
              <a:buNone/>
              <a:defRPr sz="1800"/>
            </a:lvl7pPr>
            <a:lvl8pPr lvl="7" algn="ctr">
              <a:lnSpc>
                <a:spcPct val="115000"/>
              </a:lnSpc>
              <a:spcBef>
                <a:spcPts val="0"/>
              </a:spcBef>
              <a:spcAft>
                <a:spcPts val="0"/>
              </a:spcAft>
              <a:buSzPts val="1800"/>
              <a:buNone/>
              <a:defRPr sz="1800"/>
            </a:lvl8pPr>
            <a:lvl9pPr lvl="8" algn="ctr">
              <a:lnSpc>
                <a:spcPct val="115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14" name="Google Shape;14;p3"/>
          <p:cNvSpPr txBox="1"/>
          <p:nvPr>
            <p:ph type="title"/>
          </p:nvPr>
        </p:nvSpPr>
        <p:spPr>
          <a:xfrm>
            <a:off x="2579700" y="2628550"/>
            <a:ext cx="3984600" cy="6933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3600"/>
              <a:buNone/>
              <a:defRPr b="0" sz="4600">
                <a:latin typeface="Nunito Black"/>
                <a:ea typeface="Nunito Black"/>
                <a:cs typeface="Nunito Black"/>
                <a:sym typeface="Nunito Black"/>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3937800" y="1923549"/>
            <a:ext cx="1268400" cy="6933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6000"/>
              <a:buNone/>
              <a:defRPr b="0" sz="4000">
                <a:latin typeface="Nunito Black"/>
                <a:ea typeface="Nunito Black"/>
                <a:cs typeface="Nunito Black"/>
                <a:sym typeface="Nunito Black"/>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 name="Google Shape;16;p3"/>
          <p:cNvSpPr txBox="1"/>
          <p:nvPr>
            <p:ph idx="1" type="subTitle"/>
          </p:nvPr>
        </p:nvSpPr>
        <p:spPr>
          <a:xfrm>
            <a:off x="2579700" y="3245650"/>
            <a:ext cx="3984600" cy="474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600">
                <a:latin typeface="DM Sans"/>
                <a:ea typeface="DM Sans"/>
                <a:cs typeface="DM Sans"/>
                <a:sym typeface="DM Sans"/>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pic>
        <p:nvPicPr>
          <p:cNvPr id="18" name="Google Shape;18;p4"/>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19" name="Google Shape;19;p4"/>
          <p:cNvSpPr txBox="1"/>
          <p:nvPr>
            <p:ph type="title"/>
          </p:nvPr>
        </p:nvSpPr>
        <p:spPr>
          <a:xfrm>
            <a:off x="720000" y="5974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0" name="Google Shape;20;p4"/>
          <p:cNvSpPr txBox="1"/>
          <p:nvPr>
            <p:ph idx="1" type="body"/>
          </p:nvPr>
        </p:nvSpPr>
        <p:spPr>
          <a:xfrm>
            <a:off x="720000" y="1062625"/>
            <a:ext cx="7704000" cy="3627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Clr>
                <a:schemeClr val="accent1"/>
              </a:buClr>
              <a:buSzPts val="1800"/>
              <a:buFont typeface="Darker Grotesque SemiBold"/>
              <a:buChar char="●"/>
              <a:defRPr/>
            </a:lvl1pPr>
            <a:lvl2pPr indent="-317500" lvl="1" marL="914400" rtl="0">
              <a:lnSpc>
                <a:spcPct val="115000"/>
              </a:lnSpc>
              <a:spcBef>
                <a:spcPts val="0"/>
              </a:spcBef>
              <a:spcAft>
                <a:spcPts val="0"/>
              </a:spcAft>
              <a:buSzPts val="1400"/>
              <a:buFont typeface="Darker Grotesque SemiBold"/>
              <a:buChar char="○"/>
              <a:defRPr/>
            </a:lvl2pPr>
            <a:lvl3pPr indent="-317500" lvl="2" marL="1371600" rtl="0">
              <a:lnSpc>
                <a:spcPct val="115000"/>
              </a:lnSpc>
              <a:spcBef>
                <a:spcPts val="0"/>
              </a:spcBef>
              <a:spcAft>
                <a:spcPts val="0"/>
              </a:spcAft>
              <a:buSzPts val="1400"/>
              <a:buFont typeface="Darker Grotesque SemiBold"/>
              <a:buChar char="■"/>
              <a:defRPr/>
            </a:lvl3pPr>
            <a:lvl4pPr indent="-317500" lvl="3" marL="1828800" rtl="0">
              <a:lnSpc>
                <a:spcPct val="115000"/>
              </a:lnSpc>
              <a:spcBef>
                <a:spcPts val="0"/>
              </a:spcBef>
              <a:spcAft>
                <a:spcPts val="0"/>
              </a:spcAft>
              <a:buSzPts val="1400"/>
              <a:buFont typeface="Darker Grotesque SemiBold"/>
              <a:buChar char="●"/>
              <a:defRPr/>
            </a:lvl4pPr>
            <a:lvl5pPr indent="-317500" lvl="4" marL="2286000" rtl="0">
              <a:lnSpc>
                <a:spcPct val="115000"/>
              </a:lnSpc>
              <a:spcBef>
                <a:spcPts val="0"/>
              </a:spcBef>
              <a:spcAft>
                <a:spcPts val="0"/>
              </a:spcAft>
              <a:buSzPts val="1400"/>
              <a:buFont typeface="Darker Grotesque SemiBold"/>
              <a:buChar char="○"/>
              <a:defRPr/>
            </a:lvl5pPr>
            <a:lvl6pPr indent="-317500" lvl="5" marL="2743200" rtl="0">
              <a:lnSpc>
                <a:spcPct val="115000"/>
              </a:lnSpc>
              <a:spcBef>
                <a:spcPts val="0"/>
              </a:spcBef>
              <a:spcAft>
                <a:spcPts val="0"/>
              </a:spcAft>
              <a:buSzPts val="1400"/>
              <a:buFont typeface="Darker Grotesque SemiBold"/>
              <a:buChar char="■"/>
              <a:defRPr/>
            </a:lvl6pPr>
            <a:lvl7pPr indent="-317500" lvl="6" marL="3200400" rtl="0">
              <a:lnSpc>
                <a:spcPct val="115000"/>
              </a:lnSpc>
              <a:spcBef>
                <a:spcPts val="0"/>
              </a:spcBef>
              <a:spcAft>
                <a:spcPts val="0"/>
              </a:spcAft>
              <a:buSzPts val="1400"/>
              <a:buFont typeface="Darker Grotesque SemiBold"/>
              <a:buChar char="●"/>
              <a:defRPr/>
            </a:lvl7pPr>
            <a:lvl8pPr indent="-317500" lvl="7" marL="3657600" rtl="0">
              <a:lnSpc>
                <a:spcPct val="115000"/>
              </a:lnSpc>
              <a:spcBef>
                <a:spcPts val="0"/>
              </a:spcBef>
              <a:spcAft>
                <a:spcPts val="0"/>
              </a:spcAft>
              <a:buSzPts val="1400"/>
              <a:buFont typeface="Darker Grotesque SemiBold"/>
              <a:buChar char="○"/>
              <a:defRPr/>
            </a:lvl8pPr>
            <a:lvl9pPr indent="-317500" lvl="8" marL="4114800" rtl="0">
              <a:lnSpc>
                <a:spcPct val="115000"/>
              </a:lnSpc>
              <a:spcBef>
                <a:spcPts val="0"/>
              </a:spcBef>
              <a:spcAft>
                <a:spcPts val="0"/>
              </a:spcAft>
              <a:buSzPts val="1400"/>
              <a:buFont typeface="Darker Grotesque SemiBold"/>
              <a:buChar char="■"/>
              <a:defRPr/>
            </a:lvl9pPr>
          </a:lstStyle>
          <a:p/>
        </p:txBody>
      </p:sp>
      <p:grpSp>
        <p:nvGrpSpPr>
          <p:cNvPr id="21" name="Google Shape;21;p4"/>
          <p:cNvGrpSpPr/>
          <p:nvPr/>
        </p:nvGrpSpPr>
        <p:grpSpPr>
          <a:xfrm>
            <a:off x="-309129" y="93617"/>
            <a:ext cx="9557931" cy="5530089"/>
            <a:chOff x="-309129" y="93617"/>
            <a:chExt cx="9557931" cy="5530089"/>
          </a:xfrm>
        </p:grpSpPr>
        <p:grpSp>
          <p:nvGrpSpPr>
            <p:cNvPr id="22" name="Google Shape;22;p4"/>
            <p:cNvGrpSpPr/>
            <p:nvPr/>
          </p:nvGrpSpPr>
          <p:grpSpPr>
            <a:xfrm rot="-3597567">
              <a:off x="7659919" y="4384022"/>
              <a:ext cx="1473528" cy="802191"/>
              <a:chOff x="2150175" y="1535988"/>
              <a:chExt cx="2878139" cy="1566862"/>
            </a:xfrm>
          </p:grpSpPr>
          <p:sp>
            <p:nvSpPr>
              <p:cNvPr id="23" name="Google Shape;23;p4"/>
              <p:cNvSpPr/>
              <p:nvPr/>
            </p:nvSpPr>
            <p:spPr>
              <a:xfrm>
                <a:off x="2259713" y="1535988"/>
                <a:ext cx="1292225" cy="1409700"/>
              </a:xfrm>
              <a:custGeom>
                <a:rect b="b" l="l" r="r" t="t"/>
                <a:pathLst>
                  <a:path extrusionOk="0" h="542" w="497">
                    <a:moveTo>
                      <a:pt x="0" y="115"/>
                    </a:moveTo>
                    <a:cubicBezTo>
                      <a:pt x="103" y="0"/>
                      <a:pt x="103" y="0"/>
                      <a:pt x="103" y="0"/>
                    </a:cubicBezTo>
                    <a:cubicBezTo>
                      <a:pt x="103" y="0"/>
                      <a:pt x="433" y="243"/>
                      <a:pt x="497" y="487"/>
                    </a:cubicBezTo>
                    <a:cubicBezTo>
                      <a:pt x="414" y="542"/>
                      <a:pt x="414" y="542"/>
                      <a:pt x="414" y="542"/>
                    </a:cubicBezTo>
                    <a:cubicBezTo>
                      <a:pt x="414" y="542"/>
                      <a:pt x="221" y="287"/>
                      <a:pt x="0" y="11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4"/>
              <p:cNvSpPr/>
              <p:nvPr/>
            </p:nvSpPr>
            <p:spPr>
              <a:xfrm>
                <a:off x="3626550" y="1535988"/>
                <a:ext cx="1292225" cy="1409700"/>
              </a:xfrm>
              <a:custGeom>
                <a:rect b="b" l="l" r="r" t="t"/>
                <a:pathLst>
                  <a:path extrusionOk="0" h="542" w="497">
                    <a:moveTo>
                      <a:pt x="497" y="115"/>
                    </a:moveTo>
                    <a:cubicBezTo>
                      <a:pt x="393" y="0"/>
                      <a:pt x="393" y="0"/>
                      <a:pt x="393" y="0"/>
                    </a:cubicBezTo>
                    <a:cubicBezTo>
                      <a:pt x="393" y="0"/>
                      <a:pt x="63" y="243"/>
                      <a:pt x="0" y="487"/>
                    </a:cubicBezTo>
                    <a:cubicBezTo>
                      <a:pt x="82" y="542"/>
                      <a:pt x="82" y="542"/>
                      <a:pt x="82" y="542"/>
                    </a:cubicBezTo>
                    <a:cubicBezTo>
                      <a:pt x="82" y="542"/>
                      <a:pt x="276" y="287"/>
                      <a:pt x="497" y="11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4"/>
              <p:cNvSpPr/>
              <p:nvPr/>
            </p:nvSpPr>
            <p:spPr>
              <a:xfrm>
                <a:off x="3369375" y="2485313"/>
                <a:ext cx="88900" cy="179388"/>
              </a:xfrm>
              <a:custGeom>
                <a:rect b="b" l="l" r="r" t="t"/>
                <a:pathLst>
                  <a:path extrusionOk="0" h="69" w="34">
                    <a:moveTo>
                      <a:pt x="0" y="0"/>
                    </a:moveTo>
                    <a:cubicBezTo>
                      <a:pt x="6" y="25"/>
                      <a:pt x="19" y="48"/>
                      <a:pt x="34" y="69"/>
                    </a:cubicBezTo>
                    <a:cubicBezTo>
                      <a:pt x="27" y="44"/>
                      <a:pt x="14" y="22"/>
                      <a:pt x="0"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4"/>
              <p:cNvSpPr/>
              <p:nvPr/>
            </p:nvSpPr>
            <p:spPr>
              <a:xfrm>
                <a:off x="4401250" y="1751888"/>
                <a:ext cx="219075" cy="204788"/>
              </a:xfrm>
              <a:custGeom>
                <a:rect b="b" l="l" r="r" t="t"/>
                <a:pathLst>
                  <a:path extrusionOk="0" h="79" w="84">
                    <a:moveTo>
                      <a:pt x="0" y="79"/>
                    </a:moveTo>
                    <a:cubicBezTo>
                      <a:pt x="31" y="57"/>
                      <a:pt x="60" y="31"/>
                      <a:pt x="84" y="0"/>
                    </a:cubicBezTo>
                    <a:cubicBezTo>
                      <a:pt x="51" y="21"/>
                      <a:pt x="22" y="48"/>
                      <a:pt x="0" y="79"/>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4"/>
              <p:cNvSpPr/>
              <p:nvPr/>
            </p:nvSpPr>
            <p:spPr>
              <a:xfrm>
                <a:off x="2875663" y="2029700"/>
                <a:ext cx="455613" cy="533400"/>
              </a:xfrm>
              <a:custGeom>
                <a:rect b="b" l="l" r="r" t="t"/>
                <a:pathLst>
                  <a:path extrusionOk="0" h="205" w="175">
                    <a:moveTo>
                      <a:pt x="0" y="0"/>
                    </a:moveTo>
                    <a:cubicBezTo>
                      <a:pt x="61" y="51"/>
                      <a:pt x="143" y="133"/>
                      <a:pt x="175" y="205"/>
                    </a:cubicBezTo>
                    <a:cubicBezTo>
                      <a:pt x="172" y="200"/>
                      <a:pt x="169" y="196"/>
                      <a:pt x="166" y="191"/>
                    </a:cubicBezTo>
                    <a:cubicBezTo>
                      <a:pt x="118" y="123"/>
                      <a:pt x="56" y="62"/>
                      <a:pt x="0"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4"/>
              <p:cNvSpPr/>
              <p:nvPr/>
            </p:nvSpPr>
            <p:spPr>
              <a:xfrm>
                <a:off x="4142488" y="1651875"/>
                <a:ext cx="503238" cy="487363"/>
              </a:xfrm>
              <a:custGeom>
                <a:rect b="b" l="l" r="r" t="t"/>
                <a:pathLst>
                  <a:path extrusionOk="0" h="187" w="194">
                    <a:moveTo>
                      <a:pt x="194" y="0"/>
                    </a:moveTo>
                    <a:cubicBezTo>
                      <a:pt x="129" y="45"/>
                      <a:pt x="39" y="119"/>
                      <a:pt x="0" y="187"/>
                    </a:cubicBezTo>
                    <a:cubicBezTo>
                      <a:pt x="4" y="183"/>
                      <a:pt x="7" y="178"/>
                      <a:pt x="10" y="174"/>
                    </a:cubicBezTo>
                    <a:cubicBezTo>
                      <a:pt x="65" y="111"/>
                      <a:pt x="133" y="56"/>
                      <a:pt x="194"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4"/>
              <p:cNvSpPr/>
              <p:nvPr/>
            </p:nvSpPr>
            <p:spPr>
              <a:xfrm>
                <a:off x="3364613" y="2783763"/>
                <a:ext cx="449263" cy="196850"/>
              </a:xfrm>
              <a:custGeom>
                <a:rect b="b" l="l" r="r" t="t"/>
                <a:pathLst>
                  <a:path extrusionOk="0" h="76" w="173">
                    <a:moveTo>
                      <a:pt x="173" y="76"/>
                    </a:moveTo>
                    <a:cubicBezTo>
                      <a:pt x="173" y="34"/>
                      <a:pt x="134" y="0"/>
                      <a:pt x="86" y="0"/>
                    </a:cubicBezTo>
                    <a:cubicBezTo>
                      <a:pt x="39" y="0"/>
                      <a:pt x="0" y="34"/>
                      <a:pt x="0" y="7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4"/>
              <p:cNvSpPr/>
              <p:nvPr/>
            </p:nvSpPr>
            <p:spPr>
              <a:xfrm>
                <a:off x="3339213" y="2758363"/>
                <a:ext cx="501650" cy="246063"/>
              </a:xfrm>
              <a:custGeom>
                <a:rect b="b" l="l" r="r" t="t"/>
                <a:pathLst>
                  <a:path extrusionOk="0" h="95" w="193">
                    <a:moveTo>
                      <a:pt x="183" y="95"/>
                    </a:moveTo>
                    <a:cubicBezTo>
                      <a:pt x="177" y="95"/>
                      <a:pt x="172" y="91"/>
                      <a:pt x="172" y="86"/>
                    </a:cubicBezTo>
                    <a:cubicBezTo>
                      <a:pt x="172" y="49"/>
                      <a:pt x="138" y="19"/>
                      <a:pt x="96" y="19"/>
                    </a:cubicBezTo>
                    <a:cubicBezTo>
                      <a:pt x="55" y="19"/>
                      <a:pt x="21" y="49"/>
                      <a:pt x="21" y="86"/>
                    </a:cubicBezTo>
                    <a:cubicBezTo>
                      <a:pt x="21" y="91"/>
                      <a:pt x="16" y="95"/>
                      <a:pt x="10" y="95"/>
                    </a:cubicBezTo>
                    <a:cubicBezTo>
                      <a:pt x="4" y="95"/>
                      <a:pt x="0" y="91"/>
                      <a:pt x="0" y="86"/>
                    </a:cubicBezTo>
                    <a:cubicBezTo>
                      <a:pt x="0" y="39"/>
                      <a:pt x="43" y="0"/>
                      <a:pt x="96" y="0"/>
                    </a:cubicBezTo>
                    <a:cubicBezTo>
                      <a:pt x="150" y="0"/>
                      <a:pt x="193" y="39"/>
                      <a:pt x="193" y="86"/>
                    </a:cubicBezTo>
                    <a:cubicBezTo>
                      <a:pt x="193" y="91"/>
                      <a:pt x="188" y="95"/>
                      <a:pt x="183" y="9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4"/>
              <p:cNvSpPr/>
              <p:nvPr/>
            </p:nvSpPr>
            <p:spPr>
              <a:xfrm>
                <a:off x="2150175" y="1761413"/>
                <a:ext cx="2878139" cy="1341437"/>
              </a:xfrm>
              <a:custGeom>
                <a:rect b="b" l="l" r="r" t="t"/>
                <a:pathLst>
                  <a:path extrusionOk="0" h="516" w="1107">
                    <a:moveTo>
                      <a:pt x="1104" y="35"/>
                    </a:moveTo>
                    <a:cubicBezTo>
                      <a:pt x="1094" y="25"/>
                      <a:pt x="1084" y="14"/>
                      <a:pt x="1074" y="3"/>
                    </a:cubicBezTo>
                    <a:cubicBezTo>
                      <a:pt x="1071" y="0"/>
                      <a:pt x="1066" y="0"/>
                      <a:pt x="1063" y="2"/>
                    </a:cubicBezTo>
                    <a:cubicBezTo>
                      <a:pt x="896" y="129"/>
                      <a:pt x="749" y="276"/>
                      <a:pt x="626" y="438"/>
                    </a:cubicBezTo>
                    <a:cubicBezTo>
                      <a:pt x="580" y="456"/>
                      <a:pt x="527" y="456"/>
                      <a:pt x="481" y="438"/>
                    </a:cubicBezTo>
                    <a:cubicBezTo>
                      <a:pt x="358" y="276"/>
                      <a:pt x="211" y="129"/>
                      <a:pt x="44" y="2"/>
                    </a:cubicBezTo>
                    <a:cubicBezTo>
                      <a:pt x="41" y="0"/>
                      <a:pt x="36" y="0"/>
                      <a:pt x="33" y="3"/>
                    </a:cubicBezTo>
                    <a:cubicBezTo>
                      <a:pt x="23" y="14"/>
                      <a:pt x="13" y="25"/>
                      <a:pt x="2" y="35"/>
                    </a:cubicBezTo>
                    <a:cubicBezTo>
                      <a:pt x="0" y="38"/>
                      <a:pt x="0" y="42"/>
                      <a:pt x="3" y="45"/>
                    </a:cubicBezTo>
                    <a:cubicBezTo>
                      <a:pt x="170" y="171"/>
                      <a:pt x="316" y="318"/>
                      <a:pt x="437" y="480"/>
                    </a:cubicBezTo>
                    <a:cubicBezTo>
                      <a:pt x="436" y="481"/>
                      <a:pt x="436" y="481"/>
                      <a:pt x="436" y="481"/>
                    </a:cubicBezTo>
                    <a:cubicBezTo>
                      <a:pt x="437" y="481"/>
                      <a:pt x="437" y="481"/>
                      <a:pt x="438" y="482"/>
                    </a:cubicBezTo>
                    <a:cubicBezTo>
                      <a:pt x="438" y="482"/>
                      <a:pt x="438" y="482"/>
                      <a:pt x="438" y="482"/>
                    </a:cubicBezTo>
                    <a:cubicBezTo>
                      <a:pt x="439" y="482"/>
                      <a:pt x="439" y="482"/>
                      <a:pt x="439" y="482"/>
                    </a:cubicBezTo>
                    <a:cubicBezTo>
                      <a:pt x="510" y="516"/>
                      <a:pt x="596" y="516"/>
                      <a:pt x="668" y="482"/>
                    </a:cubicBezTo>
                    <a:cubicBezTo>
                      <a:pt x="668" y="482"/>
                      <a:pt x="668" y="482"/>
                      <a:pt x="668" y="482"/>
                    </a:cubicBezTo>
                    <a:cubicBezTo>
                      <a:pt x="669" y="482"/>
                      <a:pt x="669" y="482"/>
                      <a:pt x="669" y="482"/>
                    </a:cubicBezTo>
                    <a:cubicBezTo>
                      <a:pt x="669" y="481"/>
                      <a:pt x="670" y="481"/>
                      <a:pt x="670" y="481"/>
                    </a:cubicBezTo>
                    <a:cubicBezTo>
                      <a:pt x="670" y="480"/>
                      <a:pt x="670" y="480"/>
                      <a:pt x="670" y="480"/>
                    </a:cubicBezTo>
                    <a:cubicBezTo>
                      <a:pt x="791" y="318"/>
                      <a:pt x="937" y="171"/>
                      <a:pt x="1104" y="45"/>
                    </a:cubicBezTo>
                    <a:cubicBezTo>
                      <a:pt x="1107" y="42"/>
                      <a:pt x="1107" y="38"/>
                      <a:pt x="1104" y="3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 name="Google Shape;32;p4"/>
            <p:cNvGrpSpPr/>
            <p:nvPr/>
          </p:nvGrpSpPr>
          <p:grpSpPr>
            <a:xfrm rot="-10580157">
              <a:off x="7906139" y="4615406"/>
              <a:ext cx="363973" cy="216195"/>
              <a:chOff x="6191763" y="4215150"/>
              <a:chExt cx="261938" cy="155576"/>
            </a:xfrm>
          </p:grpSpPr>
          <p:sp>
            <p:nvSpPr>
              <p:cNvPr id="33" name="Google Shape;33;p4"/>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4"/>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 name="Google Shape;35;p4"/>
            <p:cNvGrpSpPr/>
            <p:nvPr/>
          </p:nvGrpSpPr>
          <p:grpSpPr>
            <a:xfrm rot="8420947">
              <a:off x="987405" y="184875"/>
              <a:ext cx="363983" cy="216195"/>
              <a:chOff x="6191763" y="4215150"/>
              <a:chExt cx="261938" cy="155576"/>
            </a:xfrm>
          </p:grpSpPr>
          <p:sp>
            <p:nvSpPr>
              <p:cNvPr id="36" name="Google Shape;36;p4"/>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 name="Google Shape;37;p4"/>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8" name="Google Shape;38;p4"/>
            <p:cNvGrpSpPr/>
            <p:nvPr/>
          </p:nvGrpSpPr>
          <p:grpSpPr>
            <a:xfrm rot="176158">
              <a:off x="-287397" y="466957"/>
              <a:ext cx="1144456" cy="877963"/>
              <a:chOff x="6729413" y="2840263"/>
              <a:chExt cx="742950" cy="569913"/>
            </a:xfrm>
          </p:grpSpPr>
          <p:sp>
            <p:nvSpPr>
              <p:cNvPr id="39" name="Google Shape;39;p4"/>
              <p:cNvSpPr/>
              <p:nvPr/>
            </p:nvSpPr>
            <p:spPr>
              <a:xfrm>
                <a:off x="7326313" y="2840263"/>
                <a:ext cx="146050" cy="122238"/>
              </a:xfrm>
              <a:custGeom>
                <a:rect b="b" l="l" r="r" t="t"/>
                <a:pathLst>
                  <a:path extrusionOk="0" h="47" w="56">
                    <a:moveTo>
                      <a:pt x="41" y="20"/>
                    </a:moveTo>
                    <a:cubicBezTo>
                      <a:pt x="56" y="0"/>
                      <a:pt x="56" y="0"/>
                      <a:pt x="56" y="0"/>
                    </a:cubicBezTo>
                    <a:cubicBezTo>
                      <a:pt x="33" y="9"/>
                      <a:pt x="33" y="9"/>
                      <a:pt x="33" y="9"/>
                    </a:cubicBezTo>
                    <a:cubicBezTo>
                      <a:pt x="13" y="17"/>
                      <a:pt x="13" y="17"/>
                      <a:pt x="13" y="17"/>
                    </a:cubicBezTo>
                    <a:cubicBezTo>
                      <a:pt x="11" y="18"/>
                      <a:pt x="9" y="19"/>
                      <a:pt x="8" y="20"/>
                    </a:cubicBezTo>
                    <a:cubicBezTo>
                      <a:pt x="0" y="26"/>
                      <a:pt x="0" y="26"/>
                      <a:pt x="0" y="26"/>
                    </a:cubicBezTo>
                    <a:cubicBezTo>
                      <a:pt x="16" y="47"/>
                      <a:pt x="16" y="47"/>
                      <a:pt x="16" y="47"/>
                    </a:cubicBezTo>
                    <a:cubicBezTo>
                      <a:pt x="23" y="41"/>
                      <a:pt x="23" y="41"/>
                      <a:pt x="23" y="41"/>
                    </a:cubicBezTo>
                    <a:cubicBezTo>
                      <a:pt x="25" y="40"/>
                      <a:pt x="27" y="38"/>
                      <a:pt x="28" y="37"/>
                    </a:cubicBezTo>
                    <a:lnTo>
                      <a:pt x="41" y="2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4"/>
              <p:cNvSpPr/>
              <p:nvPr/>
            </p:nvSpPr>
            <p:spPr>
              <a:xfrm>
                <a:off x="7423150" y="2840263"/>
                <a:ext cx="49213" cy="33338"/>
              </a:xfrm>
              <a:custGeom>
                <a:rect b="b" l="l" r="r" t="t"/>
                <a:pathLst>
                  <a:path extrusionOk="0" h="21" w="31">
                    <a:moveTo>
                      <a:pt x="0" y="13"/>
                    </a:moveTo>
                    <a:lnTo>
                      <a:pt x="16" y="21"/>
                    </a:lnTo>
                    <a:lnTo>
                      <a:pt x="31"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4"/>
              <p:cNvSpPr/>
              <p:nvPr/>
            </p:nvSpPr>
            <p:spPr>
              <a:xfrm>
                <a:off x="6835775" y="2892650"/>
                <a:ext cx="525463" cy="403225"/>
              </a:xfrm>
              <a:custGeom>
                <a:rect b="b" l="l" r="r" t="t"/>
                <a:pathLst>
                  <a:path extrusionOk="0" h="155" w="202">
                    <a:moveTo>
                      <a:pt x="5" y="155"/>
                    </a:moveTo>
                    <a:cubicBezTo>
                      <a:pt x="0" y="148"/>
                      <a:pt x="0" y="148"/>
                      <a:pt x="0" y="148"/>
                    </a:cubicBezTo>
                    <a:cubicBezTo>
                      <a:pt x="195" y="2"/>
                      <a:pt x="195" y="2"/>
                      <a:pt x="195" y="2"/>
                    </a:cubicBezTo>
                    <a:cubicBezTo>
                      <a:pt x="197" y="0"/>
                      <a:pt x="199" y="1"/>
                      <a:pt x="201" y="3"/>
                    </a:cubicBezTo>
                    <a:cubicBezTo>
                      <a:pt x="202" y="5"/>
                      <a:pt x="202" y="7"/>
                      <a:pt x="200" y="9"/>
                    </a:cubicBezTo>
                    <a:lnTo>
                      <a:pt x="5" y="1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4"/>
              <p:cNvSpPr/>
              <p:nvPr/>
            </p:nvSpPr>
            <p:spPr>
              <a:xfrm>
                <a:off x="6861175" y="2929163"/>
                <a:ext cx="528638" cy="403225"/>
              </a:xfrm>
              <a:custGeom>
                <a:rect b="b" l="l" r="r" t="t"/>
                <a:pathLst>
                  <a:path extrusionOk="0" h="155" w="203">
                    <a:moveTo>
                      <a:pt x="5" y="155"/>
                    </a:moveTo>
                    <a:cubicBezTo>
                      <a:pt x="0" y="148"/>
                      <a:pt x="0" y="148"/>
                      <a:pt x="0" y="148"/>
                    </a:cubicBezTo>
                    <a:cubicBezTo>
                      <a:pt x="195" y="2"/>
                      <a:pt x="195" y="2"/>
                      <a:pt x="195" y="2"/>
                    </a:cubicBezTo>
                    <a:cubicBezTo>
                      <a:pt x="197" y="0"/>
                      <a:pt x="200" y="1"/>
                      <a:pt x="201" y="3"/>
                    </a:cubicBezTo>
                    <a:cubicBezTo>
                      <a:pt x="203" y="5"/>
                      <a:pt x="202" y="7"/>
                      <a:pt x="200" y="9"/>
                    </a:cubicBezTo>
                    <a:lnTo>
                      <a:pt x="5" y="1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4"/>
              <p:cNvSpPr/>
              <p:nvPr/>
            </p:nvSpPr>
            <p:spPr>
              <a:xfrm>
                <a:off x="6845300" y="2910113"/>
                <a:ext cx="531813" cy="406400"/>
              </a:xfrm>
              <a:custGeom>
                <a:rect b="b" l="l" r="r" t="t"/>
                <a:pathLst>
                  <a:path extrusionOk="0" h="156" w="204">
                    <a:moveTo>
                      <a:pt x="7" y="156"/>
                    </a:moveTo>
                    <a:cubicBezTo>
                      <a:pt x="0" y="147"/>
                      <a:pt x="0" y="147"/>
                      <a:pt x="0" y="147"/>
                    </a:cubicBezTo>
                    <a:cubicBezTo>
                      <a:pt x="194" y="1"/>
                      <a:pt x="194" y="1"/>
                      <a:pt x="194" y="1"/>
                    </a:cubicBezTo>
                    <a:cubicBezTo>
                      <a:pt x="196" y="0"/>
                      <a:pt x="200" y="0"/>
                      <a:pt x="202" y="3"/>
                    </a:cubicBezTo>
                    <a:cubicBezTo>
                      <a:pt x="204" y="5"/>
                      <a:pt x="203" y="9"/>
                      <a:pt x="201" y="11"/>
                    </a:cubicBezTo>
                    <a:lnTo>
                      <a:pt x="7" y="1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4"/>
              <p:cNvSpPr/>
              <p:nvPr/>
            </p:nvSpPr>
            <p:spPr>
              <a:xfrm>
                <a:off x="6781800" y="3303813"/>
                <a:ext cx="92075" cy="82550"/>
              </a:xfrm>
              <a:custGeom>
                <a:rect b="b" l="l" r="r" t="t"/>
                <a:pathLst>
                  <a:path extrusionOk="0" h="52" w="58">
                    <a:moveTo>
                      <a:pt x="13" y="52"/>
                    </a:moveTo>
                    <a:lnTo>
                      <a:pt x="0" y="34"/>
                    </a:lnTo>
                    <a:lnTo>
                      <a:pt x="47" y="0"/>
                    </a:lnTo>
                    <a:lnTo>
                      <a:pt x="58" y="18"/>
                    </a:lnTo>
                    <a:lnTo>
                      <a:pt x="13" y="5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4"/>
              <p:cNvSpPr/>
              <p:nvPr/>
            </p:nvSpPr>
            <p:spPr>
              <a:xfrm>
                <a:off x="6729413" y="3332388"/>
                <a:ext cx="73025" cy="77788"/>
              </a:xfrm>
              <a:custGeom>
                <a:rect b="b" l="l" r="r" t="t"/>
                <a:pathLst>
                  <a:path extrusionOk="0" h="30" w="28">
                    <a:moveTo>
                      <a:pt x="13" y="28"/>
                    </a:moveTo>
                    <a:cubicBezTo>
                      <a:pt x="2" y="13"/>
                      <a:pt x="2" y="13"/>
                      <a:pt x="2" y="13"/>
                    </a:cubicBezTo>
                    <a:cubicBezTo>
                      <a:pt x="0" y="11"/>
                      <a:pt x="1" y="9"/>
                      <a:pt x="2" y="8"/>
                    </a:cubicBezTo>
                    <a:cubicBezTo>
                      <a:pt x="13" y="0"/>
                      <a:pt x="13" y="0"/>
                      <a:pt x="13" y="0"/>
                    </a:cubicBezTo>
                    <a:cubicBezTo>
                      <a:pt x="28" y="21"/>
                      <a:pt x="28" y="21"/>
                      <a:pt x="28" y="21"/>
                    </a:cubicBezTo>
                    <a:cubicBezTo>
                      <a:pt x="18" y="28"/>
                      <a:pt x="18" y="28"/>
                      <a:pt x="18" y="28"/>
                    </a:cubicBezTo>
                    <a:cubicBezTo>
                      <a:pt x="16" y="30"/>
                      <a:pt x="14" y="29"/>
                      <a:pt x="13" y="28"/>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 name="Google Shape;46;p4"/>
              <p:cNvSpPr/>
              <p:nvPr/>
            </p:nvSpPr>
            <p:spPr>
              <a:xfrm>
                <a:off x="6767513" y="3210150"/>
                <a:ext cx="0" cy="0"/>
              </a:xfrm>
              <a:custGeom>
                <a:rect b="b" l="l" r="r" t="t"/>
                <a:pathLst>
                  <a:path extrusionOk="0" h="120000" w="120000">
                    <a:moveTo>
                      <a:pt x="0" y="0"/>
                    </a:moveTo>
                    <a:cubicBezTo>
                      <a:pt x="0" y="0"/>
                      <a:pt x="0" y="0"/>
                      <a:pt x="0" y="0"/>
                    </a:cubicBezTo>
                    <a:cubicBezTo>
                      <a:pt x="0" y="0"/>
                      <a:pt x="0" y="0"/>
                      <a:pt x="0" y="0"/>
                    </a:cubicBezTo>
                  </a:path>
                </a:pathLst>
              </a:custGeom>
              <a:solidFill>
                <a:srgbClr val="FFECC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 name="Google Shape;47;p4"/>
              <p:cNvSpPr/>
              <p:nvPr/>
            </p:nvSpPr>
            <p:spPr>
              <a:xfrm>
                <a:off x="6762750" y="3276825"/>
                <a:ext cx="111125" cy="109538"/>
              </a:xfrm>
              <a:custGeom>
                <a:rect b="b" l="l" r="r" t="t"/>
                <a:pathLst>
                  <a:path extrusionOk="0" h="69" w="70">
                    <a:moveTo>
                      <a:pt x="25" y="69"/>
                    </a:moveTo>
                    <a:lnTo>
                      <a:pt x="0" y="35"/>
                    </a:lnTo>
                    <a:lnTo>
                      <a:pt x="46" y="0"/>
                    </a:lnTo>
                    <a:lnTo>
                      <a:pt x="70" y="35"/>
                    </a:lnTo>
                    <a:lnTo>
                      <a:pt x="25" y="6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8" name="Google Shape;48;p4"/>
            <p:cNvSpPr/>
            <p:nvPr/>
          </p:nvSpPr>
          <p:spPr>
            <a:xfrm rot="3740541">
              <a:off x="8905098" y="394557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pic>
        <p:nvPicPr>
          <p:cNvPr id="50" name="Google Shape;50;p5"/>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51" name="Google Shape;51;p5"/>
          <p:cNvSpPr txBox="1"/>
          <p:nvPr>
            <p:ph idx="1" type="subTitle"/>
          </p:nvPr>
        </p:nvSpPr>
        <p:spPr>
          <a:xfrm>
            <a:off x="1295324" y="1706950"/>
            <a:ext cx="31062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Nunito Black"/>
              <a:buNone/>
              <a:defRPr sz="2100">
                <a:latin typeface="Nunito Black"/>
                <a:ea typeface="Nunito Black"/>
                <a:cs typeface="Nunito Black"/>
                <a:sym typeface="Nunito Black"/>
              </a:defRPr>
            </a:lvl1pPr>
            <a:lvl2pPr lvl="1"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2pPr>
            <a:lvl3pPr lvl="2"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3pPr>
            <a:lvl4pPr lvl="3"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4pPr>
            <a:lvl5pPr lvl="4"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5pPr>
            <a:lvl6pPr lvl="5"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6pPr>
            <a:lvl7pPr lvl="6"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7pPr>
            <a:lvl8pPr lvl="7"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8pPr>
            <a:lvl9pPr lvl="8"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52" name="Google Shape;52;p5"/>
          <p:cNvSpPr txBox="1"/>
          <p:nvPr>
            <p:ph idx="2" type="subTitle"/>
          </p:nvPr>
        </p:nvSpPr>
        <p:spPr>
          <a:xfrm>
            <a:off x="4742475" y="1706950"/>
            <a:ext cx="31062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53" name="Google Shape;53;p5"/>
          <p:cNvSpPr txBox="1"/>
          <p:nvPr>
            <p:ph idx="3" type="subTitle"/>
          </p:nvPr>
        </p:nvSpPr>
        <p:spPr>
          <a:xfrm>
            <a:off x="1295324" y="2143150"/>
            <a:ext cx="3106200" cy="23085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atin typeface="DM Sans"/>
                <a:ea typeface="DM Sans"/>
                <a:cs typeface="DM Sans"/>
                <a:sym typeface="DM Sans"/>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4" name="Google Shape;54;p5"/>
          <p:cNvSpPr txBox="1"/>
          <p:nvPr>
            <p:ph idx="4" type="subTitle"/>
          </p:nvPr>
        </p:nvSpPr>
        <p:spPr>
          <a:xfrm>
            <a:off x="4742475" y="2143150"/>
            <a:ext cx="3106200" cy="23085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atin typeface="DM Sans"/>
                <a:ea typeface="DM Sans"/>
                <a:cs typeface="DM Sans"/>
                <a:sym typeface="DM Sans"/>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5" name="Google Shape;55;p5"/>
          <p:cNvSpPr txBox="1"/>
          <p:nvPr>
            <p:ph type="title"/>
          </p:nvPr>
        </p:nvSpPr>
        <p:spPr>
          <a:xfrm>
            <a:off x="720000" y="5974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sz="32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56" name="Google Shape;56;p5"/>
          <p:cNvGrpSpPr/>
          <p:nvPr/>
        </p:nvGrpSpPr>
        <p:grpSpPr>
          <a:xfrm>
            <a:off x="-573392" y="-216252"/>
            <a:ext cx="9787044" cy="5923673"/>
            <a:chOff x="-573392" y="-216252"/>
            <a:chExt cx="9787044" cy="5923673"/>
          </a:xfrm>
        </p:grpSpPr>
        <p:grpSp>
          <p:nvGrpSpPr>
            <p:cNvPr id="57" name="Google Shape;57;p5"/>
            <p:cNvGrpSpPr/>
            <p:nvPr/>
          </p:nvGrpSpPr>
          <p:grpSpPr>
            <a:xfrm rot="8420947">
              <a:off x="8684105" y="4495900"/>
              <a:ext cx="363983" cy="216195"/>
              <a:chOff x="6191763" y="4215150"/>
              <a:chExt cx="261938" cy="155576"/>
            </a:xfrm>
          </p:grpSpPr>
          <p:sp>
            <p:nvSpPr>
              <p:cNvPr id="58" name="Google Shape;58;p5"/>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5"/>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0" name="Google Shape;60;p5"/>
            <p:cNvGrpSpPr/>
            <p:nvPr/>
          </p:nvGrpSpPr>
          <p:grpSpPr>
            <a:xfrm rot="-7798508">
              <a:off x="8504924" y="3687569"/>
              <a:ext cx="511482" cy="753429"/>
              <a:chOff x="8940901" y="497675"/>
              <a:chExt cx="1147762" cy="1690688"/>
            </a:xfrm>
          </p:grpSpPr>
          <p:sp>
            <p:nvSpPr>
              <p:cNvPr id="61" name="Google Shape;61;p5"/>
              <p:cNvSpPr/>
              <p:nvPr/>
            </p:nvSpPr>
            <p:spPr>
              <a:xfrm>
                <a:off x="9815613" y="497675"/>
                <a:ext cx="273050" cy="298450"/>
              </a:xfrm>
              <a:custGeom>
                <a:rect b="b" l="l" r="r" t="t"/>
                <a:pathLst>
                  <a:path extrusionOk="0" h="98" w="90">
                    <a:moveTo>
                      <a:pt x="0" y="75"/>
                    </a:moveTo>
                    <a:cubicBezTo>
                      <a:pt x="12" y="52"/>
                      <a:pt x="26" y="23"/>
                      <a:pt x="40" y="0"/>
                    </a:cubicBezTo>
                    <a:cubicBezTo>
                      <a:pt x="90" y="20"/>
                      <a:pt x="59" y="67"/>
                      <a:pt x="42" y="98"/>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5"/>
              <p:cNvSpPr/>
              <p:nvPr/>
            </p:nvSpPr>
            <p:spPr>
              <a:xfrm>
                <a:off x="9467951" y="667538"/>
                <a:ext cx="538163" cy="554038"/>
              </a:xfrm>
              <a:custGeom>
                <a:rect b="b" l="l" r="r" t="t"/>
                <a:pathLst>
                  <a:path extrusionOk="0" h="182" w="177">
                    <a:moveTo>
                      <a:pt x="0" y="102"/>
                    </a:moveTo>
                    <a:cubicBezTo>
                      <a:pt x="6" y="93"/>
                      <a:pt x="7" y="82"/>
                      <a:pt x="14" y="75"/>
                    </a:cubicBezTo>
                    <a:cubicBezTo>
                      <a:pt x="28" y="61"/>
                      <a:pt x="21" y="64"/>
                      <a:pt x="39" y="65"/>
                    </a:cubicBezTo>
                    <a:cubicBezTo>
                      <a:pt x="66" y="67"/>
                      <a:pt x="73" y="68"/>
                      <a:pt x="91" y="42"/>
                    </a:cubicBezTo>
                    <a:cubicBezTo>
                      <a:pt x="104" y="21"/>
                      <a:pt x="106" y="0"/>
                      <a:pt x="106" y="0"/>
                    </a:cubicBezTo>
                    <a:cubicBezTo>
                      <a:pt x="119" y="4"/>
                      <a:pt x="164" y="28"/>
                      <a:pt x="174" y="37"/>
                    </a:cubicBezTo>
                    <a:cubicBezTo>
                      <a:pt x="150" y="53"/>
                      <a:pt x="129" y="94"/>
                      <a:pt x="149" y="118"/>
                    </a:cubicBezTo>
                    <a:cubicBezTo>
                      <a:pt x="167" y="141"/>
                      <a:pt x="177" y="134"/>
                      <a:pt x="160" y="166"/>
                    </a:cubicBezTo>
                    <a:cubicBezTo>
                      <a:pt x="152" y="180"/>
                      <a:pt x="156" y="169"/>
                      <a:pt x="148" y="182"/>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5"/>
              <p:cNvSpPr/>
              <p:nvPr/>
            </p:nvSpPr>
            <p:spPr>
              <a:xfrm>
                <a:off x="8940901" y="942175"/>
                <a:ext cx="1038225" cy="1246188"/>
              </a:xfrm>
              <a:custGeom>
                <a:rect b="b" l="l" r="r" t="t"/>
                <a:pathLst>
                  <a:path extrusionOk="0" h="409" w="341">
                    <a:moveTo>
                      <a:pt x="178" y="380"/>
                    </a:moveTo>
                    <a:cubicBezTo>
                      <a:pt x="168" y="399"/>
                      <a:pt x="152" y="409"/>
                      <a:pt x="133" y="399"/>
                    </a:cubicBezTo>
                    <a:cubicBezTo>
                      <a:pt x="19" y="337"/>
                      <a:pt x="19" y="337"/>
                      <a:pt x="19" y="337"/>
                    </a:cubicBezTo>
                    <a:cubicBezTo>
                      <a:pt x="0" y="327"/>
                      <a:pt x="0" y="308"/>
                      <a:pt x="10" y="289"/>
                    </a:cubicBezTo>
                    <a:cubicBezTo>
                      <a:pt x="145" y="19"/>
                      <a:pt x="145" y="19"/>
                      <a:pt x="145" y="19"/>
                    </a:cubicBezTo>
                    <a:cubicBezTo>
                      <a:pt x="155" y="0"/>
                      <a:pt x="173" y="8"/>
                      <a:pt x="192" y="18"/>
                    </a:cubicBezTo>
                    <a:cubicBezTo>
                      <a:pt x="306" y="80"/>
                      <a:pt x="306" y="80"/>
                      <a:pt x="306" y="80"/>
                    </a:cubicBezTo>
                    <a:cubicBezTo>
                      <a:pt x="325" y="90"/>
                      <a:pt x="341" y="101"/>
                      <a:pt x="331" y="120"/>
                    </a:cubicBezTo>
                    <a:lnTo>
                      <a:pt x="178" y="38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5"/>
              <p:cNvSpPr/>
              <p:nvPr/>
            </p:nvSpPr>
            <p:spPr>
              <a:xfrm>
                <a:off x="9059963" y="1121563"/>
                <a:ext cx="541338" cy="812800"/>
              </a:xfrm>
              <a:custGeom>
                <a:rect b="b" l="l" r="r" t="t"/>
                <a:pathLst>
                  <a:path extrusionOk="0" h="267" w="178">
                    <a:moveTo>
                      <a:pt x="60" y="250"/>
                    </a:moveTo>
                    <a:cubicBezTo>
                      <a:pt x="53" y="262"/>
                      <a:pt x="38" y="267"/>
                      <a:pt x="26" y="260"/>
                    </a:cubicBezTo>
                    <a:cubicBezTo>
                      <a:pt x="17" y="256"/>
                      <a:pt x="17" y="256"/>
                      <a:pt x="17" y="256"/>
                    </a:cubicBezTo>
                    <a:cubicBezTo>
                      <a:pt x="5" y="249"/>
                      <a:pt x="0" y="234"/>
                      <a:pt x="7" y="221"/>
                    </a:cubicBezTo>
                    <a:cubicBezTo>
                      <a:pt x="118" y="17"/>
                      <a:pt x="118" y="17"/>
                      <a:pt x="118" y="17"/>
                    </a:cubicBezTo>
                    <a:cubicBezTo>
                      <a:pt x="124" y="4"/>
                      <a:pt x="140" y="0"/>
                      <a:pt x="152" y="6"/>
                    </a:cubicBezTo>
                    <a:cubicBezTo>
                      <a:pt x="161" y="11"/>
                      <a:pt x="161" y="11"/>
                      <a:pt x="161" y="11"/>
                    </a:cubicBezTo>
                    <a:cubicBezTo>
                      <a:pt x="173" y="18"/>
                      <a:pt x="178" y="33"/>
                      <a:pt x="171" y="45"/>
                    </a:cubicBezTo>
                    <a:lnTo>
                      <a:pt x="60" y="25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5"/>
              <p:cNvSpPr/>
              <p:nvPr/>
            </p:nvSpPr>
            <p:spPr>
              <a:xfrm>
                <a:off x="9264751" y="1231100"/>
                <a:ext cx="541338" cy="812800"/>
              </a:xfrm>
              <a:custGeom>
                <a:rect b="b" l="l" r="r" t="t"/>
                <a:pathLst>
                  <a:path extrusionOk="0" h="267" w="178">
                    <a:moveTo>
                      <a:pt x="60" y="250"/>
                    </a:moveTo>
                    <a:cubicBezTo>
                      <a:pt x="53" y="263"/>
                      <a:pt x="38" y="267"/>
                      <a:pt x="26" y="261"/>
                    </a:cubicBezTo>
                    <a:cubicBezTo>
                      <a:pt x="17" y="256"/>
                      <a:pt x="17" y="256"/>
                      <a:pt x="17" y="256"/>
                    </a:cubicBezTo>
                    <a:cubicBezTo>
                      <a:pt x="5" y="249"/>
                      <a:pt x="0" y="234"/>
                      <a:pt x="7" y="222"/>
                    </a:cubicBezTo>
                    <a:cubicBezTo>
                      <a:pt x="118" y="17"/>
                      <a:pt x="118" y="17"/>
                      <a:pt x="118" y="17"/>
                    </a:cubicBezTo>
                    <a:cubicBezTo>
                      <a:pt x="124" y="5"/>
                      <a:pt x="140" y="0"/>
                      <a:pt x="152" y="7"/>
                    </a:cubicBezTo>
                    <a:cubicBezTo>
                      <a:pt x="161" y="11"/>
                      <a:pt x="161" y="11"/>
                      <a:pt x="161" y="11"/>
                    </a:cubicBezTo>
                    <a:cubicBezTo>
                      <a:pt x="173" y="18"/>
                      <a:pt x="178" y="33"/>
                      <a:pt x="171" y="46"/>
                    </a:cubicBezTo>
                    <a:lnTo>
                      <a:pt x="60" y="25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6" name="Google Shape;66;p5"/>
            <p:cNvSpPr/>
            <p:nvPr/>
          </p:nvSpPr>
          <p:spPr>
            <a:xfrm>
              <a:off x="522273" y="314888"/>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7" name="Google Shape;67;p5"/>
            <p:cNvGrpSpPr/>
            <p:nvPr/>
          </p:nvGrpSpPr>
          <p:grpSpPr>
            <a:xfrm rot="5619956">
              <a:off x="719224" y="-95021"/>
              <a:ext cx="724423" cy="513300"/>
              <a:chOff x="6180688" y="2320538"/>
              <a:chExt cx="1149350" cy="814387"/>
            </a:xfrm>
          </p:grpSpPr>
          <p:sp>
            <p:nvSpPr>
              <p:cNvPr id="68" name="Google Shape;68;p5"/>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5"/>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5"/>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5"/>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5"/>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5"/>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5"/>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5" name="Google Shape;75;p5"/>
            <p:cNvGrpSpPr/>
            <p:nvPr/>
          </p:nvGrpSpPr>
          <p:grpSpPr>
            <a:xfrm>
              <a:off x="7591021" y="4375445"/>
              <a:ext cx="1159173" cy="1331976"/>
              <a:chOff x="5652063" y="1771263"/>
              <a:chExt cx="1714500" cy="1970087"/>
            </a:xfrm>
          </p:grpSpPr>
          <p:sp>
            <p:nvSpPr>
              <p:cNvPr id="76" name="Google Shape;76;p5"/>
              <p:cNvSpPr/>
              <p:nvPr/>
            </p:nvSpPr>
            <p:spPr>
              <a:xfrm>
                <a:off x="6272775" y="3138100"/>
                <a:ext cx="1093788" cy="603250"/>
              </a:xfrm>
              <a:custGeom>
                <a:rect b="b" l="l" r="r" t="t"/>
                <a:pathLst>
                  <a:path extrusionOk="0" h="380" w="689">
                    <a:moveTo>
                      <a:pt x="689" y="83"/>
                    </a:moveTo>
                    <a:lnTo>
                      <a:pt x="39" y="380"/>
                    </a:lnTo>
                    <a:lnTo>
                      <a:pt x="0" y="296"/>
                    </a:lnTo>
                    <a:lnTo>
                      <a:pt x="650" y="0"/>
                    </a:lnTo>
                    <a:lnTo>
                      <a:pt x="689" y="83"/>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5"/>
              <p:cNvSpPr/>
              <p:nvPr/>
            </p:nvSpPr>
            <p:spPr>
              <a:xfrm>
                <a:off x="6348975" y="3233350"/>
                <a:ext cx="962025" cy="457200"/>
              </a:xfrm>
              <a:custGeom>
                <a:rect b="b" l="l" r="r" t="t"/>
                <a:pathLst>
                  <a:path extrusionOk="0" h="288" w="606">
                    <a:moveTo>
                      <a:pt x="606" y="15"/>
                    </a:moveTo>
                    <a:lnTo>
                      <a:pt x="8" y="288"/>
                    </a:lnTo>
                    <a:lnTo>
                      <a:pt x="0" y="272"/>
                    </a:lnTo>
                    <a:lnTo>
                      <a:pt x="600" y="0"/>
                    </a:lnTo>
                    <a:lnTo>
                      <a:pt x="606" y="1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5"/>
              <p:cNvSpPr/>
              <p:nvPr/>
            </p:nvSpPr>
            <p:spPr>
              <a:xfrm>
                <a:off x="5652063" y="1771263"/>
                <a:ext cx="1671638" cy="1873250"/>
              </a:xfrm>
              <a:custGeom>
                <a:rect b="b" l="l" r="r" t="t"/>
                <a:pathLst>
                  <a:path extrusionOk="0" h="1180" w="1053">
                    <a:moveTo>
                      <a:pt x="1053" y="882"/>
                    </a:moveTo>
                    <a:lnTo>
                      <a:pt x="403" y="1180"/>
                    </a:lnTo>
                    <a:lnTo>
                      <a:pt x="0" y="297"/>
                    </a:lnTo>
                    <a:lnTo>
                      <a:pt x="650" y="0"/>
                    </a:lnTo>
                    <a:lnTo>
                      <a:pt x="1053" y="882"/>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5"/>
              <p:cNvSpPr/>
              <p:nvPr/>
            </p:nvSpPr>
            <p:spPr>
              <a:xfrm>
                <a:off x="5996550" y="2139563"/>
                <a:ext cx="747713" cy="617538"/>
              </a:xfrm>
              <a:custGeom>
                <a:rect b="b" l="l" r="r" t="t"/>
                <a:pathLst>
                  <a:path extrusionOk="0" h="389" w="471">
                    <a:moveTo>
                      <a:pt x="471" y="221"/>
                    </a:moveTo>
                    <a:lnTo>
                      <a:pt x="101" y="389"/>
                    </a:lnTo>
                    <a:lnTo>
                      <a:pt x="0" y="169"/>
                    </a:lnTo>
                    <a:lnTo>
                      <a:pt x="370" y="0"/>
                    </a:lnTo>
                    <a:lnTo>
                      <a:pt x="471" y="221"/>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5"/>
              <p:cNvSpPr/>
              <p:nvPr/>
            </p:nvSpPr>
            <p:spPr>
              <a:xfrm>
                <a:off x="6129900" y="2331650"/>
                <a:ext cx="481013" cy="236538"/>
              </a:xfrm>
              <a:custGeom>
                <a:rect b="b" l="l" r="r" t="t"/>
                <a:pathLst>
                  <a:path extrusionOk="0" h="149" w="303">
                    <a:moveTo>
                      <a:pt x="303" y="13"/>
                    </a:moveTo>
                    <a:lnTo>
                      <a:pt x="6" y="149"/>
                    </a:lnTo>
                    <a:lnTo>
                      <a:pt x="0" y="134"/>
                    </a:lnTo>
                    <a:lnTo>
                      <a:pt x="295" y="0"/>
                    </a:lnTo>
                    <a:lnTo>
                      <a:pt x="303" y="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5"/>
              <p:cNvSpPr/>
              <p:nvPr/>
            </p:nvSpPr>
            <p:spPr>
              <a:xfrm>
                <a:off x="6090213" y="2249100"/>
                <a:ext cx="481013" cy="238125"/>
              </a:xfrm>
              <a:custGeom>
                <a:rect b="b" l="l" r="r" t="t"/>
                <a:pathLst>
                  <a:path extrusionOk="0" h="150" w="303">
                    <a:moveTo>
                      <a:pt x="303" y="13"/>
                    </a:moveTo>
                    <a:lnTo>
                      <a:pt x="8" y="150"/>
                    </a:lnTo>
                    <a:lnTo>
                      <a:pt x="0" y="134"/>
                    </a:lnTo>
                    <a:lnTo>
                      <a:pt x="297" y="0"/>
                    </a:lnTo>
                    <a:lnTo>
                      <a:pt x="303" y="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5"/>
              <p:cNvSpPr/>
              <p:nvPr/>
            </p:nvSpPr>
            <p:spPr>
              <a:xfrm>
                <a:off x="6166413" y="2414200"/>
                <a:ext cx="481013" cy="236538"/>
              </a:xfrm>
              <a:custGeom>
                <a:rect b="b" l="l" r="r" t="t"/>
                <a:pathLst>
                  <a:path extrusionOk="0" h="149" w="303">
                    <a:moveTo>
                      <a:pt x="303" y="13"/>
                    </a:moveTo>
                    <a:lnTo>
                      <a:pt x="8" y="149"/>
                    </a:lnTo>
                    <a:lnTo>
                      <a:pt x="0" y="134"/>
                    </a:lnTo>
                    <a:lnTo>
                      <a:pt x="295" y="0"/>
                    </a:lnTo>
                    <a:lnTo>
                      <a:pt x="303" y="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 name="Google Shape;83;p5"/>
              <p:cNvSpPr/>
              <p:nvPr/>
            </p:nvSpPr>
            <p:spPr>
              <a:xfrm>
                <a:off x="5685400" y="2465000"/>
                <a:ext cx="195263" cy="125413"/>
              </a:xfrm>
              <a:custGeom>
                <a:rect b="b" l="l" r="r" t="t"/>
                <a:pathLst>
                  <a:path extrusionOk="0" h="41" w="64">
                    <a:moveTo>
                      <a:pt x="61" y="7"/>
                    </a:moveTo>
                    <a:cubicBezTo>
                      <a:pt x="64" y="12"/>
                      <a:pt x="61" y="17"/>
                      <a:pt x="57" y="20"/>
                    </a:cubicBezTo>
                    <a:cubicBezTo>
                      <a:pt x="15" y="39"/>
                      <a:pt x="15" y="39"/>
                      <a:pt x="15" y="39"/>
                    </a:cubicBezTo>
                    <a:cubicBezTo>
                      <a:pt x="10" y="41"/>
                      <a:pt x="4" y="39"/>
                      <a:pt x="2" y="34"/>
                    </a:cubicBezTo>
                    <a:cubicBezTo>
                      <a:pt x="0" y="29"/>
                      <a:pt x="2" y="23"/>
                      <a:pt x="7" y="21"/>
                    </a:cubicBezTo>
                    <a:cubicBezTo>
                      <a:pt x="49" y="2"/>
                      <a:pt x="49" y="2"/>
                      <a:pt x="49" y="2"/>
                    </a:cubicBezTo>
                    <a:cubicBezTo>
                      <a:pt x="53"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5"/>
              <p:cNvSpPr/>
              <p:nvPr/>
            </p:nvSpPr>
            <p:spPr>
              <a:xfrm>
                <a:off x="5728263" y="2560250"/>
                <a:ext cx="195263" cy="123825"/>
              </a:xfrm>
              <a:custGeom>
                <a:rect b="b" l="l" r="r" t="t"/>
                <a:pathLst>
                  <a:path extrusionOk="0" h="41" w="64">
                    <a:moveTo>
                      <a:pt x="61" y="7"/>
                    </a:moveTo>
                    <a:cubicBezTo>
                      <a:pt x="64" y="12"/>
                      <a:pt x="61" y="17"/>
                      <a:pt x="57" y="20"/>
                    </a:cubicBezTo>
                    <a:cubicBezTo>
                      <a:pt x="15" y="39"/>
                      <a:pt x="15" y="39"/>
                      <a:pt x="15" y="39"/>
                    </a:cubicBezTo>
                    <a:cubicBezTo>
                      <a:pt x="10" y="41"/>
                      <a:pt x="4" y="39"/>
                      <a:pt x="2" y="34"/>
                    </a:cubicBezTo>
                    <a:cubicBezTo>
                      <a:pt x="0" y="29"/>
                      <a:pt x="2" y="23"/>
                      <a:pt x="7" y="21"/>
                    </a:cubicBezTo>
                    <a:cubicBezTo>
                      <a:pt x="49" y="2"/>
                      <a:pt x="49" y="2"/>
                      <a:pt x="49" y="2"/>
                    </a:cubicBezTo>
                    <a:cubicBezTo>
                      <a:pt x="53"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5"/>
              <p:cNvSpPr/>
              <p:nvPr/>
            </p:nvSpPr>
            <p:spPr>
              <a:xfrm>
                <a:off x="5771125" y="2653913"/>
                <a:ext cx="193675" cy="125413"/>
              </a:xfrm>
              <a:custGeom>
                <a:rect b="b" l="l" r="r" t="t"/>
                <a:pathLst>
                  <a:path extrusionOk="0" h="41" w="64">
                    <a:moveTo>
                      <a:pt x="61" y="7"/>
                    </a:moveTo>
                    <a:cubicBezTo>
                      <a:pt x="64" y="11"/>
                      <a:pt x="62" y="17"/>
                      <a:pt x="57" y="19"/>
                    </a:cubicBezTo>
                    <a:cubicBezTo>
                      <a:pt x="15" y="38"/>
                      <a:pt x="15" y="38"/>
                      <a:pt x="15" y="38"/>
                    </a:cubicBezTo>
                    <a:cubicBezTo>
                      <a:pt x="10" y="41"/>
                      <a:pt x="5" y="38"/>
                      <a:pt x="2" y="34"/>
                    </a:cubicBezTo>
                    <a:cubicBezTo>
                      <a:pt x="0" y="29"/>
                      <a:pt x="2" y="23"/>
                      <a:pt x="7" y="21"/>
                    </a:cubicBezTo>
                    <a:cubicBezTo>
                      <a:pt x="49" y="2"/>
                      <a:pt x="49" y="2"/>
                      <a:pt x="49" y="2"/>
                    </a:cubicBezTo>
                    <a:cubicBezTo>
                      <a:pt x="54"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 name="Google Shape;86;p5"/>
              <p:cNvSpPr/>
              <p:nvPr/>
            </p:nvSpPr>
            <p:spPr>
              <a:xfrm>
                <a:off x="5813988" y="2749163"/>
                <a:ext cx="193675" cy="120650"/>
              </a:xfrm>
              <a:custGeom>
                <a:rect b="b" l="l" r="r" t="t"/>
                <a:pathLst>
                  <a:path extrusionOk="0" h="40" w="64">
                    <a:moveTo>
                      <a:pt x="62" y="7"/>
                    </a:moveTo>
                    <a:cubicBezTo>
                      <a:pt x="64" y="11"/>
                      <a:pt x="62" y="17"/>
                      <a:pt x="57" y="19"/>
                    </a:cubicBezTo>
                    <a:cubicBezTo>
                      <a:pt x="15" y="38"/>
                      <a:pt x="15" y="38"/>
                      <a:pt x="15" y="38"/>
                    </a:cubicBezTo>
                    <a:cubicBezTo>
                      <a:pt x="10" y="40"/>
                      <a:pt x="5" y="38"/>
                      <a:pt x="2" y="33"/>
                    </a:cubicBezTo>
                    <a:cubicBezTo>
                      <a:pt x="0" y="29"/>
                      <a:pt x="2" y="23"/>
                      <a:pt x="7" y="21"/>
                    </a:cubicBezTo>
                    <a:cubicBezTo>
                      <a:pt x="49" y="2"/>
                      <a:pt x="49" y="2"/>
                      <a:pt x="49" y="2"/>
                    </a:cubicBezTo>
                    <a:cubicBezTo>
                      <a:pt x="54" y="0"/>
                      <a:pt x="59"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 name="Google Shape;87;p5"/>
              <p:cNvSpPr/>
              <p:nvPr/>
            </p:nvSpPr>
            <p:spPr>
              <a:xfrm>
                <a:off x="5855263" y="2839650"/>
                <a:ext cx="195263" cy="125413"/>
              </a:xfrm>
              <a:custGeom>
                <a:rect b="b" l="l" r="r" t="t"/>
                <a:pathLst>
                  <a:path extrusionOk="0" h="41" w="64">
                    <a:moveTo>
                      <a:pt x="62" y="7"/>
                    </a:moveTo>
                    <a:cubicBezTo>
                      <a:pt x="64" y="12"/>
                      <a:pt x="62" y="18"/>
                      <a:pt x="57" y="20"/>
                    </a:cubicBezTo>
                    <a:cubicBezTo>
                      <a:pt x="15" y="39"/>
                      <a:pt x="15" y="39"/>
                      <a:pt x="15" y="39"/>
                    </a:cubicBezTo>
                    <a:cubicBezTo>
                      <a:pt x="10" y="41"/>
                      <a:pt x="5" y="39"/>
                      <a:pt x="2" y="34"/>
                    </a:cubicBezTo>
                    <a:cubicBezTo>
                      <a:pt x="0" y="29"/>
                      <a:pt x="2" y="24"/>
                      <a:pt x="7" y="22"/>
                    </a:cubicBezTo>
                    <a:cubicBezTo>
                      <a:pt x="49" y="3"/>
                      <a:pt x="49" y="3"/>
                      <a:pt x="49" y="3"/>
                    </a:cubicBezTo>
                    <a:cubicBezTo>
                      <a:pt x="54" y="0"/>
                      <a:pt x="59" y="3"/>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5"/>
              <p:cNvSpPr/>
              <p:nvPr/>
            </p:nvSpPr>
            <p:spPr>
              <a:xfrm>
                <a:off x="5898125" y="2934900"/>
                <a:ext cx="195263" cy="123825"/>
              </a:xfrm>
              <a:custGeom>
                <a:rect b="b" l="l" r="r" t="t"/>
                <a:pathLst>
                  <a:path extrusionOk="0" h="41" w="64">
                    <a:moveTo>
                      <a:pt x="62" y="7"/>
                    </a:moveTo>
                    <a:cubicBezTo>
                      <a:pt x="64" y="12"/>
                      <a:pt x="62" y="18"/>
                      <a:pt x="57" y="20"/>
                    </a:cubicBezTo>
                    <a:cubicBezTo>
                      <a:pt x="15" y="39"/>
                      <a:pt x="15" y="39"/>
                      <a:pt x="15" y="39"/>
                    </a:cubicBezTo>
                    <a:cubicBezTo>
                      <a:pt x="10" y="41"/>
                      <a:pt x="5" y="39"/>
                      <a:pt x="3" y="34"/>
                    </a:cubicBezTo>
                    <a:cubicBezTo>
                      <a:pt x="0" y="29"/>
                      <a:pt x="2" y="24"/>
                      <a:pt x="7" y="21"/>
                    </a:cubicBezTo>
                    <a:cubicBezTo>
                      <a:pt x="49" y="2"/>
                      <a:pt x="49" y="2"/>
                      <a:pt x="49" y="2"/>
                    </a:cubicBezTo>
                    <a:cubicBezTo>
                      <a:pt x="54" y="0"/>
                      <a:pt x="59"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5"/>
              <p:cNvSpPr/>
              <p:nvPr/>
            </p:nvSpPr>
            <p:spPr>
              <a:xfrm>
                <a:off x="5940988" y="3028563"/>
                <a:ext cx="195263" cy="125413"/>
              </a:xfrm>
              <a:custGeom>
                <a:rect b="b" l="l" r="r" t="t"/>
                <a:pathLst>
                  <a:path extrusionOk="0" h="41" w="64">
                    <a:moveTo>
                      <a:pt x="62" y="7"/>
                    </a:moveTo>
                    <a:cubicBezTo>
                      <a:pt x="64" y="12"/>
                      <a:pt x="62" y="18"/>
                      <a:pt x="57" y="20"/>
                    </a:cubicBezTo>
                    <a:cubicBezTo>
                      <a:pt x="15" y="39"/>
                      <a:pt x="15" y="39"/>
                      <a:pt x="15" y="39"/>
                    </a:cubicBezTo>
                    <a:cubicBezTo>
                      <a:pt x="10" y="41"/>
                      <a:pt x="5" y="39"/>
                      <a:pt x="3" y="34"/>
                    </a:cubicBezTo>
                    <a:cubicBezTo>
                      <a:pt x="0" y="29"/>
                      <a:pt x="3" y="24"/>
                      <a:pt x="7" y="21"/>
                    </a:cubicBezTo>
                    <a:cubicBezTo>
                      <a:pt x="49" y="2"/>
                      <a:pt x="49" y="2"/>
                      <a:pt x="49" y="2"/>
                    </a:cubicBezTo>
                    <a:cubicBezTo>
                      <a:pt x="54" y="0"/>
                      <a:pt x="60"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5"/>
              <p:cNvSpPr/>
              <p:nvPr/>
            </p:nvSpPr>
            <p:spPr>
              <a:xfrm>
                <a:off x="5983850" y="3123813"/>
                <a:ext cx="195263" cy="123825"/>
              </a:xfrm>
              <a:custGeom>
                <a:rect b="b" l="l" r="r" t="t"/>
                <a:pathLst>
                  <a:path extrusionOk="0" h="41" w="64">
                    <a:moveTo>
                      <a:pt x="62" y="7"/>
                    </a:moveTo>
                    <a:cubicBezTo>
                      <a:pt x="64" y="12"/>
                      <a:pt x="62" y="18"/>
                      <a:pt x="57" y="20"/>
                    </a:cubicBezTo>
                    <a:cubicBezTo>
                      <a:pt x="15" y="39"/>
                      <a:pt x="15" y="39"/>
                      <a:pt x="15" y="39"/>
                    </a:cubicBezTo>
                    <a:cubicBezTo>
                      <a:pt x="11" y="41"/>
                      <a:pt x="5" y="39"/>
                      <a:pt x="3" y="34"/>
                    </a:cubicBezTo>
                    <a:cubicBezTo>
                      <a:pt x="0" y="29"/>
                      <a:pt x="3" y="23"/>
                      <a:pt x="7" y="21"/>
                    </a:cubicBezTo>
                    <a:cubicBezTo>
                      <a:pt x="49" y="2"/>
                      <a:pt x="49" y="2"/>
                      <a:pt x="49" y="2"/>
                    </a:cubicBezTo>
                    <a:cubicBezTo>
                      <a:pt x="54" y="0"/>
                      <a:pt x="60"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 name="Google Shape;91;p5"/>
              <p:cNvSpPr/>
              <p:nvPr/>
            </p:nvSpPr>
            <p:spPr>
              <a:xfrm>
                <a:off x="6026713" y="3217475"/>
                <a:ext cx="195263" cy="125413"/>
              </a:xfrm>
              <a:custGeom>
                <a:rect b="b" l="l" r="r" t="t"/>
                <a:pathLst>
                  <a:path extrusionOk="0" h="41" w="64">
                    <a:moveTo>
                      <a:pt x="62" y="7"/>
                    </a:moveTo>
                    <a:cubicBezTo>
                      <a:pt x="64" y="12"/>
                      <a:pt x="62" y="17"/>
                      <a:pt x="57" y="20"/>
                    </a:cubicBezTo>
                    <a:cubicBezTo>
                      <a:pt x="15" y="39"/>
                      <a:pt x="15" y="39"/>
                      <a:pt x="15" y="39"/>
                    </a:cubicBezTo>
                    <a:cubicBezTo>
                      <a:pt x="11" y="41"/>
                      <a:pt x="5" y="39"/>
                      <a:pt x="3" y="34"/>
                    </a:cubicBezTo>
                    <a:cubicBezTo>
                      <a:pt x="0" y="29"/>
                      <a:pt x="3" y="23"/>
                      <a:pt x="7" y="21"/>
                    </a:cubicBezTo>
                    <a:cubicBezTo>
                      <a:pt x="49" y="2"/>
                      <a:pt x="49" y="2"/>
                      <a:pt x="49" y="2"/>
                    </a:cubicBezTo>
                    <a:cubicBezTo>
                      <a:pt x="54" y="0"/>
                      <a:pt x="60"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 name="Google Shape;92;p5"/>
              <p:cNvSpPr/>
              <p:nvPr/>
            </p:nvSpPr>
            <p:spPr>
              <a:xfrm>
                <a:off x="6072750" y="3312725"/>
                <a:ext cx="190500" cy="123825"/>
              </a:xfrm>
              <a:custGeom>
                <a:rect b="b" l="l" r="r" t="t"/>
                <a:pathLst>
                  <a:path extrusionOk="0" h="41" w="63">
                    <a:moveTo>
                      <a:pt x="61" y="7"/>
                    </a:moveTo>
                    <a:cubicBezTo>
                      <a:pt x="63" y="12"/>
                      <a:pt x="61" y="17"/>
                      <a:pt x="56" y="19"/>
                    </a:cubicBezTo>
                    <a:cubicBezTo>
                      <a:pt x="15" y="38"/>
                      <a:pt x="15" y="38"/>
                      <a:pt x="15" y="38"/>
                    </a:cubicBezTo>
                    <a:cubicBezTo>
                      <a:pt x="10" y="41"/>
                      <a:pt x="4" y="39"/>
                      <a:pt x="2" y="34"/>
                    </a:cubicBezTo>
                    <a:cubicBezTo>
                      <a:pt x="0" y="29"/>
                      <a:pt x="2" y="23"/>
                      <a:pt x="7" y="21"/>
                    </a:cubicBezTo>
                    <a:cubicBezTo>
                      <a:pt x="48" y="2"/>
                      <a:pt x="48" y="2"/>
                      <a:pt x="48" y="2"/>
                    </a:cubicBezTo>
                    <a:cubicBezTo>
                      <a:pt x="53"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3" name="Google Shape;93;p5"/>
            <p:cNvGrpSpPr/>
            <p:nvPr/>
          </p:nvGrpSpPr>
          <p:grpSpPr>
            <a:xfrm rot="176158">
              <a:off x="-551660" y="843657"/>
              <a:ext cx="1144456" cy="877963"/>
              <a:chOff x="6729413" y="2840263"/>
              <a:chExt cx="742950" cy="569913"/>
            </a:xfrm>
          </p:grpSpPr>
          <p:sp>
            <p:nvSpPr>
              <p:cNvPr id="94" name="Google Shape;94;p5"/>
              <p:cNvSpPr/>
              <p:nvPr/>
            </p:nvSpPr>
            <p:spPr>
              <a:xfrm>
                <a:off x="7326313" y="2840263"/>
                <a:ext cx="146050" cy="122238"/>
              </a:xfrm>
              <a:custGeom>
                <a:rect b="b" l="l" r="r" t="t"/>
                <a:pathLst>
                  <a:path extrusionOk="0" h="47" w="56">
                    <a:moveTo>
                      <a:pt x="41" y="20"/>
                    </a:moveTo>
                    <a:cubicBezTo>
                      <a:pt x="56" y="0"/>
                      <a:pt x="56" y="0"/>
                      <a:pt x="56" y="0"/>
                    </a:cubicBezTo>
                    <a:cubicBezTo>
                      <a:pt x="33" y="9"/>
                      <a:pt x="33" y="9"/>
                      <a:pt x="33" y="9"/>
                    </a:cubicBezTo>
                    <a:cubicBezTo>
                      <a:pt x="13" y="17"/>
                      <a:pt x="13" y="17"/>
                      <a:pt x="13" y="17"/>
                    </a:cubicBezTo>
                    <a:cubicBezTo>
                      <a:pt x="11" y="18"/>
                      <a:pt x="9" y="19"/>
                      <a:pt x="8" y="20"/>
                    </a:cubicBezTo>
                    <a:cubicBezTo>
                      <a:pt x="0" y="26"/>
                      <a:pt x="0" y="26"/>
                      <a:pt x="0" y="26"/>
                    </a:cubicBezTo>
                    <a:cubicBezTo>
                      <a:pt x="16" y="47"/>
                      <a:pt x="16" y="47"/>
                      <a:pt x="16" y="47"/>
                    </a:cubicBezTo>
                    <a:cubicBezTo>
                      <a:pt x="23" y="41"/>
                      <a:pt x="23" y="41"/>
                      <a:pt x="23" y="41"/>
                    </a:cubicBezTo>
                    <a:cubicBezTo>
                      <a:pt x="25" y="40"/>
                      <a:pt x="27" y="38"/>
                      <a:pt x="28" y="37"/>
                    </a:cubicBezTo>
                    <a:lnTo>
                      <a:pt x="41" y="2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5"/>
              <p:cNvSpPr/>
              <p:nvPr/>
            </p:nvSpPr>
            <p:spPr>
              <a:xfrm>
                <a:off x="7423150" y="2840263"/>
                <a:ext cx="49213" cy="33338"/>
              </a:xfrm>
              <a:custGeom>
                <a:rect b="b" l="l" r="r" t="t"/>
                <a:pathLst>
                  <a:path extrusionOk="0" h="21" w="31">
                    <a:moveTo>
                      <a:pt x="0" y="13"/>
                    </a:moveTo>
                    <a:lnTo>
                      <a:pt x="16" y="21"/>
                    </a:lnTo>
                    <a:lnTo>
                      <a:pt x="31"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5"/>
              <p:cNvSpPr/>
              <p:nvPr/>
            </p:nvSpPr>
            <p:spPr>
              <a:xfrm>
                <a:off x="6835775" y="2892650"/>
                <a:ext cx="525463" cy="403225"/>
              </a:xfrm>
              <a:custGeom>
                <a:rect b="b" l="l" r="r" t="t"/>
                <a:pathLst>
                  <a:path extrusionOk="0" h="155" w="202">
                    <a:moveTo>
                      <a:pt x="5" y="155"/>
                    </a:moveTo>
                    <a:cubicBezTo>
                      <a:pt x="0" y="148"/>
                      <a:pt x="0" y="148"/>
                      <a:pt x="0" y="148"/>
                    </a:cubicBezTo>
                    <a:cubicBezTo>
                      <a:pt x="195" y="2"/>
                      <a:pt x="195" y="2"/>
                      <a:pt x="195" y="2"/>
                    </a:cubicBezTo>
                    <a:cubicBezTo>
                      <a:pt x="197" y="0"/>
                      <a:pt x="199" y="1"/>
                      <a:pt x="201" y="3"/>
                    </a:cubicBezTo>
                    <a:cubicBezTo>
                      <a:pt x="202" y="5"/>
                      <a:pt x="202" y="7"/>
                      <a:pt x="200" y="9"/>
                    </a:cubicBezTo>
                    <a:lnTo>
                      <a:pt x="5" y="155"/>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5"/>
              <p:cNvSpPr/>
              <p:nvPr/>
            </p:nvSpPr>
            <p:spPr>
              <a:xfrm>
                <a:off x="6861175" y="2929163"/>
                <a:ext cx="528638" cy="403225"/>
              </a:xfrm>
              <a:custGeom>
                <a:rect b="b" l="l" r="r" t="t"/>
                <a:pathLst>
                  <a:path extrusionOk="0" h="155" w="203">
                    <a:moveTo>
                      <a:pt x="5" y="155"/>
                    </a:moveTo>
                    <a:cubicBezTo>
                      <a:pt x="0" y="148"/>
                      <a:pt x="0" y="148"/>
                      <a:pt x="0" y="148"/>
                    </a:cubicBezTo>
                    <a:cubicBezTo>
                      <a:pt x="195" y="2"/>
                      <a:pt x="195" y="2"/>
                      <a:pt x="195" y="2"/>
                    </a:cubicBezTo>
                    <a:cubicBezTo>
                      <a:pt x="197" y="0"/>
                      <a:pt x="200" y="1"/>
                      <a:pt x="201" y="3"/>
                    </a:cubicBezTo>
                    <a:cubicBezTo>
                      <a:pt x="203" y="5"/>
                      <a:pt x="202" y="7"/>
                      <a:pt x="200" y="9"/>
                    </a:cubicBezTo>
                    <a:lnTo>
                      <a:pt x="5" y="155"/>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5"/>
              <p:cNvSpPr/>
              <p:nvPr/>
            </p:nvSpPr>
            <p:spPr>
              <a:xfrm>
                <a:off x="6845300" y="2910113"/>
                <a:ext cx="531813" cy="406400"/>
              </a:xfrm>
              <a:custGeom>
                <a:rect b="b" l="l" r="r" t="t"/>
                <a:pathLst>
                  <a:path extrusionOk="0" h="156" w="204">
                    <a:moveTo>
                      <a:pt x="7" y="156"/>
                    </a:moveTo>
                    <a:cubicBezTo>
                      <a:pt x="0" y="147"/>
                      <a:pt x="0" y="147"/>
                      <a:pt x="0" y="147"/>
                    </a:cubicBezTo>
                    <a:cubicBezTo>
                      <a:pt x="194" y="1"/>
                      <a:pt x="194" y="1"/>
                      <a:pt x="194" y="1"/>
                    </a:cubicBezTo>
                    <a:cubicBezTo>
                      <a:pt x="196" y="0"/>
                      <a:pt x="200" y="0"/>
                      <a:pt x="202" y="3"/>
                    </a:cubicBezTo>
                    <a:cubicBezTo>
                      <a:pt x="204" y="5"/>
                      <a:pt x="203" y="9"/>
                      <a:pt x="201" y="11"/>
                    </a:cubicBezTo>
                    <a:lnTo>
                      <a:pt x="7" y="1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5"/>
              <p:cNvSpPr/>
              <p:nvPr/>
            </p:nvSpPr>
            <p:spPr>
              <a:xfrm>
                <a:off x="6781800" y="3303813"/>
                <a:ext cx="92075" cy="82550"/>
              </a:xfrm>
              <a:custGeom>
                <a:rect b="b" l="l" r="r" t="t"/>
                <a:pathLst>
                  <a:path extrusionOk="0" h="52" w="58">
                    <a:moveTo>
                      <a:pt x="13" y="52"/>
                    </a:moveTo>
                    <a:lnTo>
                      <a:pt x="0" y="34"/>
                    </a:lnTo>
                    <a:lnTo>
                      <a:pt x="47" y="0"/>
                    </a:lnTo>
                    <a:lnTo>
                      <a:pt x="58" y="18"/>
                    </a:lnTo>
                    <a:lnTo>
                      <a:pt x="13" y="5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5"/>
              <p:cNvSpPr/>
              <p:nvPr/>
            </p:nvSpPr>
            <p:spPr>
              <a:xfrm>
                <a:off x="6729413" y="3332388"/>
                <a:ext cx="73025" cy="77788"/>
              </a:xfrm>
              <a:custGeom>
                <a:rect b="b" l="l" r="r" t="t"/>
                <a:pathLst>
                  <a:path extrusionOk="0" h="30" w="28">
                    <a:moveTo>
                      <a:pt x="13" y="28"/>
                    </a:moveTo>
                    <a:cubicBezTo>
                      <a:pt x="2" y="13"/>
                      <a:pt x="2" y="13"/>
                      <a:pt x="2" y="13"/>
                    </a:cubicBezTo>
                    <a:cubicBezTo>
                      <a:pt x="0" y="11"/>
                      <a:pt x="1" y="9"/>
                      <a:pt x="2" y="8"/>
                    </a:cubicBezTo>
                    <a:cubicBezTo>
                      <a:pt x="13" y="0"/>
                      <a:pt x="13" y="0"/>
                      <a:pt x="13" y="0"/>
                    </a:cubicBezTo>
                    <a:cubicBezTo>
                      <a:pt x="28" y="21"/>
                      <a:pt x="28" y="21"/>
                      <a:pt x="28" y="21"/>
                    </a:cubicBezTo>
                    <a:cubicBezTo>
                      <a:pt x="18" y="28"/>
                      <a:pt x="18" y="28"/>
                      <a:pt x="18" y="28"/>
                    </a:cubicBezTo>
                    <a:cubicBezTo>
                      <a:pt x="16" y="30"/>
                      <a:pt x="14" y="29"/>
                      <a:pt x="13" y="28"/>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5"/>
              <p:cNvSpPr/>
              <p:nvPr/>
            </p:nvSpPr>
            <p:spPr>
              <a:xfrm>
                <a:off x="6767513" y="3210150"/>
                <a:ext cx="0" cy="0"/>
              </a:xfrm>
              <a:custGeom>
                <a:rect b="b" l="l" r="r" t="t"/>
                <a:pathLst>
                  <a:path extrusionOk="0" h="120000" w="120000">
                    <a:moveTo>
                      <a:pt x="0" y="0"/>
                    </a:moveTo>
                    <a:cubicBezTo>
                      <a:pt x="0" y="0"/>
                      <a:pt x="0" y="0"/>
                      <a:pt x="0" y="0"/>
                    </a:cubicBezTo>
                    <a:cubicBezTo>
                      <a:pt x="0" y="0"/>
                      <a:pt x="0" y="0"/>
                      <a:pt x="0" y="0"/>
                    </a:cubicBezTo>
                  </a:path>
                </a:pathLst>
              </a:custGeom>
              <a:solidFill>
                <a:srgbClr val="FFECC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5"/>
              <p:cNvSpPr/>
              <p:nvPr/>
            </p:nvSpPr>
            <p:spPr>
              <a:xfrm>
                <a:off x="6762750" y="3276825"/>
                <a:ext cx="111125" cy="109538"/>
              </a:xfrm>
              <a:custGeom>
                <a:rect b="b" l="l" r="r" t="t"/>
                <a:pathLst>
                  <a:path extrusionOk="0" h="69" w="70">
                    <a:moveTo>
                      <a:pt x="25" y="69"/>
                    </a:moveTo>
                    <a:lnTo>
                      <a:pt x="0" y="35"/>
                    </a:lnTo>
                    <a:lnTo>
                      <a:pt x="46" y="0"/>
                    </a:lnTo>
                    <a:lnTo>
                      <a:pt x="70" y="35"/>
                    </a:lnTo>
                    <a:lnTo>
                      <a:pt x="25" y="6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3" name="Shape 103"/>
        <p:cNvGrpSpPr/>
        <p:nvPr/>
      </p:nvGrpSpPr>
      <p:grpSpPr>
        <a:xfrm>
          <a:off x="0" y="0"/>
          <a:ext cx="0" cy="0"/>
          <a:chOff x="0" y="0"/>
          <a:chExt cx="0" cy="0"/>
        </a:xfrm>
      </p:grpSpPr>
      <p:pic>
        <p:nvPicPr>
          <p:cNvPr id="104" name="Google Shape;104;p6"/>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105" name="Google Shape;105;p6"/>
          <p:cNvSpPr txBox="1"/>
          <p:nvPr>
            <p:ph type="title"/>
          </p:nvPr>
        </p:nvSpPr>
        <p:spPr>
          <a:xfrm>
            <a:off x="720000" y="5974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106" name="Google Shape;106;p6"/>
          <p:cNvGrpSpPr/>
          <p:nvPr/>
        </p:nvGrpSpPr>
        <p:grpSpPr>
          <a:xfrm>
            <a:off x="6" y="-43495"/>
            <a:ext cx="9910738" cy="5232973"/>
            <a:chOff x="6" y="-33320"/>
            <a:chExt cx="9910738" cy="5232973"/>
          </a:xfrm>
        </p:grpSpPr>
        <p:grpSp>
          <p:nvGrpSpPr>
            <p:cNvPr id="107" name="Google Shape;107;p6"/>
            <p:cNvGrpSpPr/>
            <p:nvPr/>
          </p:nvGrpSpPr>
          <p:grpSpPr>
            <a:xfrm rot="8420947">
              <a:off x="8575230" y="3331850"/>
              <a:ext cx="363983" cy="216195"/>
              <a:chOff x="6191763" y="4215150"/>
              <a:chExt cx="261938" cy="155576"/>
            </a:xfrm>
          </p:grpSpPr>
          <p:sp>
            <p:nvSpPr>
              <p:cNvPr id="108" name="Google Shape;108;p6"/>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6"/>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0" name="Google Shape;110;p6"/>
            <p:cNvGrpSpPr/>
            <p:nvPr/>
          </p:nvGrpSpPr>
          <p:grpSpPr>
            <a:xfrm rot="5199451">
              <a:off x="93024" y="-61784"/>
              <a:ext cx="1077290" cy="1202565"/>
              <a:chOff x="3378650" y="4173525"/>
              <a:chExt cx="573088" cy="639763"/>
            </a:xfrm>
          </p:grpSpPr>
          <p:sp>
            <p:nvSpPr>
              <p:cNvPr id="111" name="Google Shape;111;p6"/>
              <p:cNvSpPr/>
              <p:nvPr/>
            </p:nvSpPr>
            <p:spPr>
              <a:xfrm>
                <a:off x="3378650" y="4173525"/>
                <a:ext cx="276225" cy="309563"/>
              </a:xfrm>
              <a:custGeom>
                <a:rect b="b" l="l" r="r" t="t"/>
                <a:pathLst>
                  <a:path extrusionOk="0" h="119" w="106">
                    <a:moveTo>
                      <a:pt x="6" y="5"/>
                    </a:moveTo>
                    <a:cubicBezTo>
                      <a:pt x="6" y="5"/>
                      <a:pt x="6" y="5"/>
                      <a:pt x="6" y="5"/>
                    </a:cubicBezTo>
                    <a:cubicBezTo>
                      <a:pt x="12" y="0"/>
                      <a:pt x="21" y="1"/>
                      <a:pt x="25" y="7"/>
                    </a:cubicBezTo>
                    <a:cubicBezTo>
                      <a:pt x="106" y="102"/>
                      <a:pt x="106" y="102"/>
                      <a:pt x="106" y="102"/>
                    </a:cubicBezTo>
                    <a:cubicBezTo>
                      <a:pt x="85" y="119"/>
                      <a:pt x="85" y="119"/>
                      <a:pt x="85" y="119"/>
                    </a:cubicBezTo>
                    <a:cubicBezTo>
                      <a:pt x="5" y="24"/>
                      <a:pt x="5" y="24"/>
                      <a:pt x="5" y="24"/>
                    </a:cubicBezTo>
                    <a:cubicBezTo>
                      <a:pt x="0" y="18"/>
                      <a:pt x="1" y="10"/>
                      <a:pt x="6"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6"/>
              <p:cNvSpPr/>
              <p:nvPr/>
            </p:nvSpPr>
            <p:spPr>
              <a:xfrm>
                <a:off x="3543750" y="4370375"/>
                <a:ext cx="87313" cy="87313"/>
              </a:xfrm>
              <a:custGeom>
                <a:rect b="b" l="l" r="r" t="t"/>
                <a:pathLst>
                  <a:path extrusionOk="0" h="55" w="55">
                    <a:moveTo>
                      <a:pt x="34" y="0"/>
                    </a:moveTo>
                    <a:lnTo>
                      <a:pt x="0" y="30"/>
                    </a:lnTo>
                    <a:lnTo>
                      <a:pt x="21" y="55"/>
                    </a:lnTo>
                    <a:lnTo>
                      <a:pt x="55" y="25"/>
                    </a:lnTo>
                    <a:lnTo>
                      <a:pt x="3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6"/>
              <p:cNvSpPr/>
              <p:nvPr/>
            </p:nvSpPr>
            <p:spPr>
              <a:xfrm>
                <a:off x="3618363" y="4454513"/>
                <a:ext cx="49213" cy="52388"/>
              </a:xfrm>
              <a:custGeom>
                <a:rect b="b" l="l" r="r" t="t"/>
                <a:pathLst>
                  <a:path extrusionOk="0" h="33" w="31">
                    <a:moveTo>
                      <a:pt x="10" y="0"/>
                    </a:moveTo>
                    <a:lnTo>
                      <a:pt x="0" y="8"/>
                    </a:lnTo>
                    <a:lnTo>
                      <a:pt x="21" y="33"/>
                    </a:lnTo>
                    <a:lnTo>
                      <a:pt x="31" y="26"/>
                    </a:lnTo>
                    <a:lnTo>
                      <a:pt x="10" y="0"/>
                    </a:lnTo>
                    <a:close/>
                  </a:path>
                </a:pathLst>
              </a:custGeom>
              <a:solidFill>
                <a:srgbClr val="FA7C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6"/>
              <p:cNvSpPr/>
              <p:nvPr/>
            </p:nvSpPr>
            <p:spPr>
              <a:xfrm>
                <a:off x="3618363" y="4454513"/>
                <a:ext cx="49213" cy="52388"/>
              </a:xfrm>
              <a:custGeom>
                <a:rect b="b" l="l" r="r" t="t"/>
                <a:pathLst>
                  <a:path extrusionOk="0" h="33" w="31">
                    <a:moveTo>
                      <a:pt x="10" y="0"/>
                    </a:moveTo>
                    <a:lnTo>
                      <a:pt x="0" y="8"/>
                    </a:lnTo>
                    <a:lnTo>
                      <a:pt x="21" y="33"/>
                    </a:lnTo>
                    <a:lnTo>
                      <a:pt x="31" y="26"/>
                    </a:lnTo>
                    <a:lnTo>
                      <a:pt x="10" y="0"/>
                    </a:ln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6"/>
              <p:cNvSpPr/>
              <p:nvPr/>
            </p:nvSpPr>
            <p:spPr>
              <a:xfrm>
                <a:off x="3573913" y="4433875"/>
                <a:ext cx="377825" cy="379413"/>
              </a:xfrm>
              <a:custGeom>
                <a:rect b="b" l="l" r="r" t="t"/>
                <a:pathLst>
                  <a:path extrusionOk="0" h="146" w="145">
                    <a:moveTo>
                      <a:pt x="114" y="123"/>
                    </a:moveTo>
                    <a:cubicBezTo>
                      <a:pt x="142" y="100"/>
                      <a:pt x="145" y="59"/>
                      <a:pt x="122" y="31"/>
                    </a:cubicBezTo>
                    <a:cubicBezTo>
                      <a:pt x="99" y="4"/>
                      <a:pt x="58" y="0"/>
                      <a:pt x="31" y="23"/>
                    </a:cubicBezTo>
                    <a:cubicBezTo>
                      <a:pt x="3" y="46"/>
                      <a:pt x="0" y="87"/>
                      <a:pt x="23" y="115"/>
                    </a:cubicBezTo>
                    <a:cubicBezTo>
                      <a:pt x="46" y="142"/>
                      <a:pt x="87" y="146"/>
                      <a:pt x="114" y="123"/>
                    </a:cubicBezTo>
                    <a:moveTo>
                      <a:pt x="36" y="30"/>
                    </a:moveTo>
                    <a:cubicBezTo>
                      <a:pt x="60" y="10"/>
                      <a:pt x="96" y="13"/>
                      <a:pt x="115" y="37"/>
                    </a:cubicBezTo>
                    <a:cubicBezTo>
                      <a:pt x="135" y="60"/>
                      <a:pt x="132" y="96"/>
                      <a:pt x="109" y="116"/>
                    </a:cubicBezTo>
                    <a:cubicBezTo>
                      <a:pt x="85" y="136"/>
                      <a:pt x="49" y="133"/>
                      <a:pt x="30" y="109"/>
                    </a:cubicBezTo>
                    <a:cubicBezTo>
                      <a:pt x="10" y="85"/>
                      <a:pt x="13" y="50"/>
                      <a:pt x="36" y="3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6"/>
              <p:cNvSpPr/>
              <p:nvPr/>
            </p:nvSpPr>
            <p:spPr>
              <a:xfrm>
                <a:off x="3615188" y="4478325"/>
                <a:ext cx="295275" cy="290513"/>
              </a:xfrm>
              <a:custGeom>
                <a:rect b="b" l="l" r="r" t="t"/>
                <a:pathLst>
                  <a:path extrusionOk="0" h="112" w="113">
                    <a:moveTo>
                      <a:pt x="56" y="0"/>
                    </a:moveTo>
                    <a:cubicBezTo>
                      <a:pt x="44" y="0"/>
                      <a:pt x="31" y="4"/>
                      <a:pt x="20" y="13"/>
                    </a:cubicBezTo>
                    <a:cubicBezTo>
                      <a:pt x="7" y="24"/>
                      <a:pt x="0" y="40"/>
                      <a:pt x="0" y="56"/>
                    </a:cubicBezTo>
                    <a:cubicBezTo>
                      <a:pt x="0" y="69"/>
                      <a:pt x="5" y="82"/>
                      <a:pt x="14" y="92"/>
                    </a:cubicBezTo>
                    <a:cubicBezTo>
                      <a:pt x="25" y="105"/>
                      <a:pt x="41" y="112"/>
                      <a:pt x="57" y="112"/>
                    </a:cubicBezTo>
                    <a:cubicBezTo>
                      <a:pt x="69" y="112"/>
                      <a:pt x="82" y="108"/>
                      <a:pt x="93" y="99"/>
                    </a:cubicBezTo>
                    <a:cubicBezTo>
                      <a:pt x="106" y="88"/>
                      <a:pt x="113" y="72"/>
                      <a:pt x="113" y="56"/>
                    </a:cubicBezTo>
                    <a:cubicBezTo>
                      <a:pt x="113" y="43"/>
                      <a:pt x="108" y="30"/>
                      <a:pt x="99" y="20"/>
                    </a:cubicBezTo>
                    <a:cubicBezTo>
                      <a:pt x="88" y="7"/>
                      <a:pt x="72" y="0"/>
                      <a:pt x="56" y="0"/>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7" name="Google Shape;117;p6"/>
            <p:cNvGrpSpPr/>
            <p:nvPr/>
          </p:nvGrpSpPr>
          <p:grpSpPr>
            <a:xfrm rot="-1767078">
              <a:off x="8223622" y="4299891"/>
              <a:ext cx="698504" cy="778325"/>
              <a:chOff x="5431538" y="3074425"/>
              <a:chExt cx="485775" cy="541338"/>
            </a:xfrm>
          </p:grpSpPr>
          <p:sp>
            <p:nvSpPr>
              <p:cNvPr id="118" name="Google Shape;118;p6"/>
              <p:cNvSpPr/>
              <p:nvPr/>
            </p:nvSpPr>
            <p:spPr>
              <a:xfrm>
                <a:off x="5431538" y="3074425"/>
                <a:ext cx="485775" cy="541338"/>
              </a:xfrm>
              <a:custGeom>
                <a:rect b="b" l="l" r="r" t="t"/>
                <a:pathLst>
                  <a:path extrusionOk="0" h="208" w="187">
                    <a:moveTo>
                      <a:pt x="187" y="99"/>
                    </a:moveTo>
                    <a:cubicBezTo>
                      <a:pt x="147" y="0"/>
                      <a:pt x="147" y="0"/>
                      <a:pt x="147" y="0"/>
                    </a:cubicBezTo>
                    <a:cubicBezTo>
                      <a:pt x="0" y="61"/>
                      <a:pt x="0" y="61"/>
                      <a:pt x="0" y="61"/>
                    </a:cubicBezTo>
                    <a:cubicBezTo>
                      <a:pt x="60" y="208"/>
                      <a:pt x="60" y="208"/>
                      <a:pt x="60" y="208"/>
                    </a:cubicBezTo>
                    <a:cubicBezTo>
                      <a:pt x="158" y="168"/>
                      <a:pt x="158" y="168"/>
                      <a:pt x="158" y="168"/>
                    </a:cubicBezTo>
                    <a:cubicBezTo>
                      <a:pt x="158" y="168"/>
                      <a:pt x="186" y="103"/>
                      <a:pt x="187" y="9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6"/>
              <p:cNvSpPr/>
              <p:nvPr/>
            </p:nvSpPr>
            <p:spPr>
              <a:xfrm>
                <a:off x="5480750" y="3134750"/>
                <a:ext cx="319088" cy="141288"/>
              </a:xfrm>
              <a:custGeom>
                <a:rect b="b" l="l" r="r" t="t"/>
                <a:pathLst>
                  <a:path extrusionOk="0" h="54" w="123">
                    <a:moveTo>
                      <a:pt x="3" y="54"/>
                    </a:moveTo>
                    <a:cubicBezTo>
                      <a:pt x="2" y="54"/>
                      <a:pt x="1" y="53"/>
                      <a:pt x="1" y="52"/>
                    </a:cubicBezTo>
                    <a:cubicBezTo>
                      <a:pt x="0" y="51"/>
                      <a:pt x="1" y="49"/>
                      <a:pt x="2" y="49"/>
                    </a:cubicBezTo>
                    <a:cubicBezTo>
                      <a:pt x="119" y="1"/>
                      <a:pt x="119" y="1"/>
                      <a:pt x="119" y="1"/>
                    </a:cubicBezTo>
                    <a:cubicBezTo>
                      <a:pt x="121" y="0"/>
                      <a:pt x="122" y="1"/>
                      <a:pt x="123" y="3"/>
                    </a:cubicBezTo>
                    <a:cubicBezTo>
                      <a:pt x="123" y="4"/>
                      <a:pt x="123" y="6"/>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6"/>
              <p:cNvSpPr/>
              <p:nvPr/>
            </p:nvSpPr>
            <p:spPr>
              <a:xfrm>
                <a:off x="5501388" y="3195075"/>
                <a:ext cx="322263" cy="139700"/>
              </a:xfrm>
              <a:custGeom>
                <a:rect b="b" l="l" r="r" t="t"/>
                <a:pathLst>
                  <a:path extrusionOk="0" h="54" w="124">
                    <a:moveTo>
                      <a:pt x="3" y="54"/>
                    </a:moveTo>
                    <a:cubicBezTo>
                      <a:pt x="2" y="54"/>
                      <a:pt x="1" y="53"/>
                      <a:pt x="1" y="52"/>
                    </a:cubicBezTo>
                    <a:cubicBezTo>
                      <a:pt x="0" y="51"/>
                      <a:pt x="1" y="49"/>
                      <a:pt x="2" y="48"/>
                    </a:cubicBezTo>
                    <a:cubicBezTo>
                      <a:pt x="120" y="1"/>
                      <a:pt x="120" y="1"/>
                      <a:pt x="120" y="1"/>
                    </a:cubicBezTo>
                    <a:cubicBezTo>
                      <a:pt x="121" y="0"/>
                      <a:pt x="123" y="1"/>
                      <a:pt x="123" y="2"/>
                    </a:cubicBezTo>
                    <a:cubicBezTo>
                      <a:pt x="124" y="4"/>
                      <a:pt x="123" y="5"/>
                      <a:pt x="122" y="6"/>
                    </a:cubicBezTo>
                    <a:cubicBezTo>
                      <a:pt x="4" y="53"/>
                      <a:pt x="4" y="53"/>
                      <a:pt x="4" y="53"/>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6"/>
              <p:cNvSpPr/>
              <p:nvPr/>
            </p:nvSpPr>
            <p:spPr>
              <a:xfrm>
                <a:off x="5526788" y="3253813"/>
                <a:ext cx="322263" cy="138113"/>
              </a:xfrm>
              <a:custGeom>
                <a:rect b="b" l="l" r="r" t="t"/>
                <a:pathLst>
                  <a:path extrusionOk="0" h="53" w="124">
                    <a:moveTo>
                      <a:pt x="3" y="53"/>
                    </a:moveTo>
                    <a:cubicBezTo>
                      <a:pt x="2" y="53"/>
                      <a:pt x="1" y="53"/>
                      <a:pt x="1" y="52"/>
                    </a:cubicBezTo>
                    <a:cubicBezTo>
                      <a:pt x="0" y="50"/>
                      <a:pt x="1" y="49"/>
                      <a:pt x="2" y="48"/>
                    </a:cubicBezTo>
                    <a:cubicBezTo>
                      <a:pt x="120" y="0"/>
                      <a:pt x="120" y="0"/>
                      <a:pt x="120" y="0"/>
                    </a:cubicBezTo>
                    <a:cubicBezTo>
                      <a:pt x="121" y="0"/>
                      <a:pt x="122" y="0"/>
                      <a:pt x="123" y="2"/>
                    </a:cubicBezTo>
                    <a:cubicBezTo>
                      <a:pt x="124" y="3"/>
                      <a:pt x="123" y="5"/>
                      <a:pt x="122" y="5"/>
                    </a:cubicBezTo>
                    <a:cubicBezTo>
                      <a:pt x="4" y="53"/>
                      <a:pt x="4" y="53"/>
                      <a:pt x="4" y="53"/>
                    </a:cubicBezTo>
                    <a:lnTo>
                      <a:pt x="3" y="53"/>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6"/>
              <p:cNvSpPr/>
              <p:nvPr/>
            </p:nvSpPr>
            <p:spPr>
              <a:xfrm>
                <a:off x="5553775" y="3314138"/>
                <a:ext cx="319088" cy="141288"/>
              </a:xfrm>
              <a:custGeom>
                <a:rect b="b" l="l" r="r" t="t"/>
                <a:pathLst>
                  <a:path extrusionOk="0" h="54" w="123">
                    <a:moveTo>
                      <a:pt x="3" y="54"/>
                    </a:moveTo>
                    <a:cubicBezTo>
                      <a:pt x="2" y="54"/>
                      <a:pt x="1" y="53"/>
                      <a:pt x="0" y="52"/>
                    </a:cubicBezTo>
                    <a:cubicBezTo>
                      <a:pt x="0" y="51"/>
                      <a:pt x="0" y="49"/>
                      <a:pt x="2" y="49"/>
                    </a:cubicBezTo>
                    <a:cubicBezTo>
                      <a:pt x="119" y="1"/>
                      <a:pt x="119" y="1"/>
                      <a:pt x="119" y="1"/>
                    </a:cubicBezTo>
                    <a:cubicBezTo>
                      <a:pt x="120" y="0"/>
                      <a:pt x="122" y="1"/>
                      <a:pt x="123" y="2"/>
                    </a:cubicBezTo>
                    <a:cubicBezTo>
                      <a:pt x="123" y="4"/>
                      <a:pt x="122" y="5"/>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6"/>
              <p:cNvSpPr/>
              <p:nvPr/>
            </p:nvSpPr>
            <p:spPr>
              <a:xfrm>
                <a:off x="5579175" y="3420500"/>
                <a:ext cx="217488" cy="100013"/>
              </a:xfrm>
              <a:custGeom>
                <a:rect b="b" l="l" r="r" t="t"/>
                <a:pathLst>
                  <a:path extrusionOk="0" h="38" w="84">
                    <a:moveTo>
                      <a:pt x="3" y="38"/>
                    </a:moveTo>
                    <a:cubicBezTo>
                      <a:pt x="2" y="38"/>
                      <a:pt x="1" y="37"/>
                      <a:pt x="1" y="36"/>
                    </a:cubicBezTo>
                    <a:cubicBezTo>
                      <a:pt x="0" y="34"/>
                      <a:pt x="1" y="33"/>
                      <a:pt x="2" y="32"/>
                    </a:cubicBezTo>
                    <a:cubicBezTo>
                      <a:pt x="80" y="1"/>
                      <a:pt x="80" y="1"/>
                      <a:pt x="80" y="1"/>
                    </a:cubicBezTo>
                    <a:cubicBezTo>
                      <a:pt x="81" y="0"/>
                      <a:pt x="83" y="1"/>
                      <a:pt x="83" y="2"/>
                    </a:cubicBezTo>
                    <a:cubicBezTo>
                      <a:pt x="84" y="4"/>
                      <a:pt x="83" y="5"/>
                      <a:pt x="82" y="6"/>
                    </a:cubicBezTo>
                    <a:cubicBezTo>
                      <a:pt x="4" y="37"/>
                      <a:pt x="4" y="37"/>
                      <a:pt x="4" y="37"/>
                    </a:cubicBezTo>
                    <a:cubicBezTo>
                      <a:pt x="3" y="38"/>
                      <a:pt x="3" y="38"/>
                      <a:pt x="3" y="38"/>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6"/>
              <p:cNvSpPr/>
              <p:nvPr/>
            </p:nvSpPr>
            <p:spPr>
              <a:xfrm>
                <a:off x="5790313" y="3333188"/>
                <a:ext cx="127000" cy="179388"/>
              </a:xfrm>
              <a:custGeom>
                <a:rect b="b" l="l" r="r" t="t"/>
                <a:pathLst>
                  <a:path extrusionOk="0" h="69" w="49">
                    <a:moveTo>
                      <a:pt x="49" y="0"/>
                    </a:moveTo>
                    <a:cubicBezTo>
                      <a:pt x="0" y="20"/>
                      <a:pt x="0" y="20"/>
                      <a:pt x="0" y="20"/>
                    </a:cubicBezTo>
                    <a:cubicBezTo>
                      <a:pt x="20" y="69"/>
                      <a:pt x="20" y="69"/>
                      <a:pt x="20" y="69"/>
                    </a:cubicBezTo>
                    <a:cubicBezTo>
                      <a:pt x="20" y="69"/>
                      <a:pt x="20" y="69"/>
                      <a:pt x="20" y="69"/>
                    </a:cubicBezTo>
                    <a:cubicBezTo>
                      <a:pt x="49" y="0"/>
                      <a:pt x="49" y="0"/>
                      <a:pt x="49"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5" name="Google Shape;125;p6"/>
            <p:cNvSpPr/>
            <p:nvPr/>
          </p:nvSpPr>
          <p:spPr>
            <a:xfrm>
              <a:off x="7879699" y="475042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6" name="Google Shape;126;p6"/>
            <p:cNvGrpSpPr/>
            <p:nvPr/>
          </p:nvGrpSpPr>
          <p:grpSpPr>
            <a:xfrm>
              <a:off x="1084775" y="165925"/>
              <a:ext cx="724435" cy="513308"/>
              <a:chOff x="6180688" y="2320538"/>
              <a:chExt cx="1149350" cy="814387"/>
            </a:xfrm>
          </p:grpSpPr>
          <p:sp>
            <p:nvSpPr>
              <p:cNvPr id="127" name="Google Shape;127;p6"/>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6"/>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6"/>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6"/>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6"/>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6"/>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6"/>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4" name="Google Shape;134;p6"/>
            <p:cNvSpPr/>
            <p:nvPr/>
          </p:nvSpPr>
          <p:spPr>
            <a:xfrm rot="-4931827">
              <a:off x="214374" y="116387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5" name="Google Shape;135;p6"/>
            <p:cNvGrpSpPr/>
            <p:nvPr/>
          </p:nvGrpSpPr>
          <p:grpSpPr>
            <a:xfrm rot="-8100000">
              <a:off x="8623524" y="3596447"/>
              <a:ext cx="1144411" cy="877953"/>
              <a:chOff x="6729413" y="2840263"/>
              <a:chExt cx="742950" cy="569913"/>
            </a:xfrm>
          </p:grpSpPr>
          <p:sp>
            <p:nvSpPr>
              <p:cNvPr id="136" name="Google Shape;136;p6"/>
              <p:cNvSpPr/>
              <p:nvPr/>
            </p:nvSpPr>
            <p:spPr>
              <a:xfrm>
                <a:off x="7326313" y="2840263"/>
                <a:ext cx="146050" cy="122238"/>
              </a:xfrm>
              <a:custGeom>
                <a:rect b="b" l="l" r="r" t="t"/>
                <a:pathLst>
                  <a:path extrusionOk="0" h="47" w="56">
                    <a:moveTo>
                      <a:pt x="41" y="20"/>
                    </a:moveTo>
                    <a:cubicBezTo>
                      <a:pt x="56" y="0"/>
                      <a:pt x="56" y="0"/>
                      <a:pt x="56" y="0"/>
                    </a:cubicBezTo>
                    <a:cubicBezTo>
                      <a:pt x="33" y="9"/>
                      <a:pt x="33" y="9"/>
                      <a:pt x="33" y="9"/>
                    </a:cubicBezTo>
                    <a:cubicBezTo>
                      <a:pt x="13" y="17"/>
                      <a:pt x="13" y="17"/>
                      <a:pt x="13" y="17"/>
                    </a:cubicBezTo>
                    <a:cubicBezTo>
                      <a:pt x="11" y="18"/>
                      <a:pt x="9" y="19"/>
                      <a:pt x="8" y="20"/>
                    </a:cubicBezTo>
                    <a:cubicBezTo>
                      <a:pt x="0" y="26"/>
                      <a:pt x="0" y="26"/>
                      <a:pt x="0" y="26"/>
                    </a:cubicBezTo>
                    <a:cubicBezTo>
                      <a:pt x="16" y="47"/>
                      <a:pt x="16" y="47"/>
                      <a:pt x="16" y="47"/>
                    </a:cubicBezTo>
                    <a:cubicBezTo>
                      <a:pt x="23" y="41"/>
                      <a:pt x="23" y="41"/>
                      <a:pt x="23" y="41"/>
                    </a:cubicBezTo>
                    <a:cubicBezTo>
                      <a:pt x="25" y="40"/>
                      <a:pt x="27" y="38"/>
                      <a:pt x="28" y="37"/>
                    </a:cubicBezTo>
                    <a:lnTo>
                      <a:pt x="41" y="2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6"/>
              <p:cNvSpPr/>
              <p:nvPr/>
            </p:nvSpPr>
            <p:spPr>
              <a:xfrm>
                <a:off x="7423150" y="2840263"/>
                <a:ext cx="49213" cy="33338"/>
              </a:xfrm>
              <a:custGeom>
                <a:rect b="b" l="l" r="r" t="t"/>
                <a:pathLst>
                  <a:path extrusionOk="0" h="21" w="31">
                    <a:moveTo>
                      <a:pt x="0" y="13"/>
                    </a:moveTo>
                    <a:lnTo>
                      <a:pt x="16" y="21"/>
                    </a:lnTo>
                    <a:lnTo>
                      <a:pt x="31"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6"/>
              <p:cNvSpPr/>
              <p:nvPr/>
            </p:nvSpPr>
            <p:spPr>
              <a:xfrm>
                <a:off x="6835775" y="2892650"/>
                <a:ext cx="525463" cy="403225"/>
              </a:xfrm>
              <a:custGeom>
                <a:rect b="b" l="l" r="r" t="t"/>
                <a:pathLst>
                  <a:path extrusionOk="0" h="155" w="202">
                    <a:moveTo>
                      <a:pt x="5" y="155"/>
                    </a:moveTo>
                    <a:cubicBezTo>
                      <a:pt x="0" y="148"/>
                      <a:pt x="0" y="148"/>
                      <a:pt x="0" y="148"/>
                    </a:cubicBezTo>
                    <a:cubicBezTo>
                      <a:pt x="195" y="2"/>
                      <a:pt x="195" y="2"/>
                      <a:pt x="195" y="2"/>
                    </a:cubicBezTo>
                    <a:cubicBezTo>
                      <a:pt x="197" y="0"/>
                      <a:pt x="199" y="1"/>
                      <a:pt x="201" y="3"/>
                    </a:cubicBezTo>
                    <a:cubicBezTo>
                      <a:pt x="202" y="5"/>
                      <a:pt x="202" y="7"/>
                      <a:pt x="200" y="9"/>
                    </a:cubicBezTo>
                    <a:lnTo>
                      <a:pt x="5" y="15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6"/>
              <p:cNvSpPr/>
              <p:nvPr/>
            </p:nvSpPr>
            <p:spPr>
              <a:xfrm>
                <a:off x="6861175" y="2929163"/>
                <a:ext cx="528638" cy="403225"/>
              </a:xfrm>
              <a:custGeom>
                <a:rect b="b" l="l" r="r" t="t"/>
                <a:pathLst>
                  <a:path extrusionOk="0" h="155" w="203">
                    <a:moveTo>
                      <a:pt x="5" y="155"/>
                    </a:moveTo>
                    <a:cubicBezTo>
                      <a:pt x="0" y="148"/>
                      <a:pt x="0" y="148"/>
                      <a:pt x="0" y="148"/>
                    </a:cubicBezTo>
                    <a:cubicBezTo>
                      <a:pt x="195" y="2"/>
                      <a:pt x="195" y="2"/>
                      <a:pt x="195" y="2"/>
                    </a:cubicBezTo>
                    <a:cubicBezTo>
                      <a:pt x="197" y="0"/>
                      <a:pt x="200" y="1"/>
                      <a:pt x="201" y="3"/>
                    </a:cubicBezTo>
                    <a:cubicBezTo>
                      <a:pt x="203" y="5"/>
                      <a:pt x="202" y="7"/>
                      <a:pt x="200" y="9"/>
                    </a:cubicBezTo>
                    <a:lnTo>
                      <a:pt x="5" y="15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6"/>
              <p:cNvSpPr/>
              <p:nvPr/>
            </p:nvSpPr>
            <p:spPr>
              <a:xfrm>
                <a:off x="6845300" y="2910113"/>
                <a:ext cx="531813" cy="406400"/>
              </a:xfrm>
              <a:custGeom>
                <a:rect b="b" l="l" r="r" t="t"/>
                <a:pathLst>
                  <a:path extrusionOk="0" h="156" w="204">
                    <a:moveTo>
                      <a:pt x="7" y="156"/>
                    </a:moveTo>
                    <a:cubicBezTo>
                      <a:pt x="0" y="147"/>
                      <a:pt x="0" y="147"/>
                      <a:pt x="0" y="147"/>
                    </a:cubicBezTo>
                    <a:cubicBezTo>
                      <a:pt x="194" y="1"/>
                      <a:pt x="194" y="1"/>
                      <a:pt x="194" y="1"/>
                    </a:cubicBezTo>
                    <a:cubicBezTo>
                      <a:pt x="196" y="0"/>
                      <a:pt x="200" y="0"/>
                      <a:pt x="202" y="3"/>
                    </a:cubicBezTo>
                    <a:cubicBezTo>
                      <a:pt x="204" y="5"/>
                      <a:pt x="203" y="9"/>
                      <a:pt x="201" y="11"/>
                    </a:cubicBezTo>
                    <a:lnTo>
                      <a:pt x="7" y="1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6"/>
              <p:cNvSpPr/>
              <p:nvPr/>
            </p:nvSpPr>
            <p:spPr>
              <a:xfrm>
                <a:off x="6781800" y="3303813"/>
                <a:ext cx="92075" cy="82550"/>
              </a:xfrm>
              <a:custGeom>
                <a:rect b="b" l="l" r="r" t="t"/>
                <a:pathLst>
                  <a:path extrusionOk="0" h="52" w="58">
                    <a:moveTo>
                      <a:pt x="13" y="52"/>
                    </a:moveTo>
                    <a:lnTo>
                      <a:pt x="0" y="34"/>
                    </a:lnTo>
                    <a:lnTo>
                      <a:pt x="47" y="0"/>
                    </a:lnTo>
                    <a:lnTo>
                      <a:pt x="58" y="18"/>
                    </a:lnTo>
                    <a:lnTo>
                      <a:pt x="13" y="5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6"/>
              <p:cNvSpPr/>
              <p:nvPr/>
            </p:nvSpPr>
            <p:spPr>
              <a:xfrm>
                <a:off x="6729413" y="3332388"/>
                <a:ext cx="73025" cy="77788"/>
              </a:xfrm>
              <a:custGeom>
                <a:rect b="b" l="l" r="r" t="t"/>
                <a:pathLst>
                  <a:path extrusionOk="0" h="30" w="28">
                    <a:moveTo>
                      <a:pt x="13" y="28"/>
                    </a:moveTo>
                    <a:cubicBezTo>
                      <a:pt x="2" y="13"/>
                      <a:pt x="2" y="13"/>
                      <a:pt x="2" y="13"/>
                    </a:cubicBezTo>
                    <a:cubicBezTo>
                      <a:pt x="0" y="11"/>
                      <a:pt x="1" y="9"/>
                      <a:pt x="2" y="8"/>
                    </a:cubicBezTo>
                    <a:cubicBezTo>
                      <a:pt x="13" y="0"/>
                      <a:pt x="13" y="0"/>
                      <a:pt x="13" y="0"/>
                    </a:cubicBezTo>
                    <a:cubicBezTo>
                      <a:pt x="28" y="21"/>
                      <a:pt x="28" y="21"/>
                      <a:pt x="28" y="21"/>
                    </a:cubicBezTo>
                    <a:cubicBezTo>
                      <a:pt x="18" y="28"/>
                      <a:pt x="18" y="28"/>
                      <a:pt x="18" y="28"/>
                    </a:cubicBezTo>
                    <a:cubicBezTo>
                      <a:pt x="16" y="30"/>
                      <a:pt x="14" y="29"/>
                      <a:pt x="13" y="28"/>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6"/>
              <p:cNvSpPr/>
              <p:nvPr/>
            </p:nvSpPr>
            <p:spPr>
              <a:xfrm>
                <a:off x="6767513" y="3210150"/>
                <a:ext cx="0" cy="0"/>
              </a:xfrm>
              <a:custGeom>
                <a:rect b="b" l="l" r="r" t="t"/>
                <a:pathLst>
                  <a:path extrusionOk="0" h="120000" w="120000">
                    <a:moveTo>
                      <a:pt x="0" y="0"/>
                    </a:moveTo>
                    <a:cubicBezTo>
                      <a:pt x="0" y="0"/>
                      <a:pt x="0" y="0"/>
                      <a:pt x="0" y="0"/>
                    </a:cubicBezTo>
                    <a:cubicBezTo>
                      <a:pt x="0" y="0"/>
                      <a:pt x="0" y="0"/>
                      <a:pt x="0" y="0"/>
                    </a:cubicBezTo>
                  </a:path>
                </a:pathLst>
              </a:custGeom>
              <a:solidFill>
                <a:srgbClr val="FFECC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 name="Google Shape;144;p6"/>
              <p:cNvSpPr/>
              <p:nvPr/>
            </p:nvSpPr>
            <p:spPr>
              <a:xfrm>
                <a:off x="6762750" y="3276825"/>
                <a:ext cx="111125" cy="109538"/>
              </a:xfrm>
              <a:custGeom>
                <a:rect b="b" l="l" r="r" t="t"/>
                <a:pathLst>
                  <a:path extrusionOk="0" h="69" w="70">
                    <a:moveTo>
                      <a:pt x="25" y="69"/>
                    </a:moveTo>
                    <a:lnTo>
                      <a:pt x="0" y="35"/>
                    </a:lnTo>
                    <a:lnTo>
                      <a:pt x="46" y="0"/>
                    </a:lnTo>
                    <a:lnTo>
                      <a:pt x="70" y="35"/>
                    </a:lnTo>
                    <a:lnTo>
                      <a:pt x="25" y="6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5" name="Shape 145"/>
        <p:cNvGrpSpPr/>
        <p:nvPr/>
      </p:nvGrpSpPr>
      <p:grpSpPr>
        <a:xfrm>
          <a:off x="0" y="0"/>
          <a:ext cx="0" cy="0"/>
          <a:chOff x="0" y="0"/>
          <a:chExt cx="0" cy="0"/>
        </a:xfrm>
      </p:grpSpPr>
      <p:pic>
        <p:nvPicPr>
          <p:cNvPr id="146" name="Google Shape;146;p7"/>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147" name="Google Shape;147;p7"/>
          <p:cNvSpPr txBox="1"/>
          <p:nvPr>
            <p:ph type="title"/>
          </p:nvPr>
        </p:nvSpPr>
        <p:spPr>
          <a:xfrm>
            <a:off x="720000" y="5974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48" name="Google Shape;148;p7"/>
          <p:cNvSpPr txBox="1"/>
          <p:nvPr>
            <p:ph idx="1" type="body"/>
          </p:nvPr>
        </p:nvSpPr>
        <p:spPr>
          <a:xfrm>
            <a:off x="1043750" y="1349075"/>
            <a:ext cx="3568200" cy="2963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149" name="Google Shape;149;p7"/>
          <p:cNvSpPr/>
          <p:nvPr>
            <p:ph idx="2" type="pic"/>
          </p:nvPr>
        </p:nvSpPr>
        <p:spPr>
          <a:xfrm>
            <a:off x="4827325" y="1374425"/>
            <a:ext cx="3232800" cy="2913000"/>
          </a:xfrm>
          <a:prstGeom prst="roundRect">
            <a:avLst>
              <a:gd fmla="val 16667" name="adj"/>
            </a:avLst>
          </a:prstGeom>
          <a:noFill/>
          <a:ln>
            <a:noFill/>
          </a:ln>
        </p:spPr>
      </p:sp>
      <p:grpSp>
        <p:nvGrpSpPr>
          <p:cNvPr id="150" name="Google Shape;150;p7"/>
          <p:cNvGrpSpPr/>
          <p:nvPr/>
        </p:nvGrpSpPr>
        <p:grpSpPr>
          <a:xfrm>
            <a:off x="-348984" y="482337"/>
            <a:ext cx="9645401" cy="5042774"/>
            <a:chOff x="-348984" y="482337"/>
            <a:chExt cx="9645401" cy="5042774"/>
          </a:xfrm>
        </p:grpSpPr>
        <p:grpSp>
          <p:nvGrpSpPr>
            <p:cNvPr id="151" name="Google Shape;151;p7"/>
            <p:cNvGrpSpPr/>
            <p:nvPr/>
          </p:nvGrpSpPr>
          <p:grpSpPr>
            <a:xfrm rot="-6984721">
              <a:off x="8456095" y="4134684"/>
              <a:ext cx="808224" cy="572678"/>
              <a:chOff x="6180688" y="2320538"/>
              <a:chExt cx="1149350" cy="814387"/>
            </a:xfrm>
          </p:grpSpPr>
          <p:sp>
            <p:nvSpPr>
              <p:cNvPr id="152" name="Google Shape;152;p7"/>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 name="Google Shape;153;p7"/>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7"/>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7"/>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7"/>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7"/>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7"/>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59" name="Google Shape;159;p7"/>
            <p:cNvSpPr/>
            <p:nvPr/>
          </p:nvSpPr>
          <p:spPr>
            <a:xfrm rot="2700000">
              <a:off x="183175" y="1260800"/>
              <a:ext cx="278900" cy="633650"/>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60" name="Google Shape;160;p7"/>
            <p:cNvGrpSpPr/>
            <p:nvPr/>
          </p:nvGrpSpPr>
          <p:grpSpPr>
            <a:xfrm>
              <a:off x="7443363" y="4694052"/>
              <a:ext cx="1683766" cy="831059"/>
              <a:chOff x="5199988" y="4055513"/>
              <a:chExt cx="2222500" cy="1096963"/>
            </a:xfrm>
          </p:grpSpPr>
          <p:sp>
            <p:nvSpPr>
              <p:cNvPr id="161" name="Google Shape;161;p7"/>
              <p:cNvSpPr/>
              <p:nvPr/>
            </p:nvSpPr>
            <p:spPr>
              <a:xfrm>
                <a:off x="5199988" y="4055513"/>
                <a:ext cx="2222500" cy="1096963"/>
              </a:xfrm>
              <a:custGeom>
                <a:rect b="b" l="l" r="r" t="t"/>
                <a:pathLst>
                  <a:path extrusionOk="0" h="360" w="730">
                    <a:moveTo>
                      <a:pt x="698" y="186"/>
                    </a:moveTo>
                    <a:cubicBezTo>
                      <a:pt x="719" y="192"/>
                      <a:pt x="730" y="213"/>
                      <a:pt x="724" y="233"/>
                    </a:cubicBezTo>
                    <a:cubicBezTo>
                      <a:pt x="696" y="329"/>
                      <a:pt x="696" y="329"/>
                      <a:pt x="696" y="329"/>
                    </a:cubicBezTo>
                    <a:cubicBezTo>
                      <a:pt x="690" y="349"/>
                      <a:pt x="669" y="360"/>
                      <a:pt x="649" y="355"/>
                    </a:cubicBezTo>
                    <a:cubicBezTo>
                      <a:pt x="32" y="174"/>
                      <a:pt x="32" y="174"/>
                      <a:pt x="32" y="174"/>
                    </a:cubicBezTo>
                    <a:cubicBezTo>
                      <a:pt x="12" y="168"/>
                      <a:pt x="0" y="147"/>
                      <a:pt x="6" y="127"/>
                    </a:cubicBezTo>
                    <a:cubicBezTo>
                      <a:pt x="34" y="32"/>
                      <a:pt x="34" y="32"/>
                      <a:pt x="34" y="32"/>
                    </a:cubicBezTo>
                    <a:cubicBezTo>
                      <a:pt x="40" y="12"/>
                      <a:pt x="61" y="0"/>
                      <a:pt x="82" y="6"/>
                    </a:cubicBezTo>
                    <a:lnTo>
                      <a:pt x="698" y="18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7"/>
              <p:cNvSpPr/>
              <p:nvPr/>
            </p:nvSpPr>
            <p:spPr>
              <a:xfrm>
                <a:off x="5444463" y="4082501"/>
                <a:ext cx="53975" cy="173038"/>
              </a:xfrm>
              <a:custGeom>
                <a:rect b="b" l="l" r="r" t="t"/>
                <a:pathLst>
                  <a:path extrusionOk="0" h="109" w="34">
                    <a:moveTo>
                      <a:pt x="3" y="109"/>
                    </a:moveTo>
                    <a:lnTo>
                      <a:pt x="34" y="2"/>
                    </a:lnTo>
                    <a:lnTo>
                      <a:pt x="30" y="0"/>
                    </a:lnTo>
                    <a:lnTo>
                      <a:pt x="0" y="108"/>
                    </a:lnTo>
                    <a:lnTo>
                      <a:pt x="3" y="10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7"/>
              <p:cNvSpPr/>
              <p:nvPr/>
            </p:nvSpPr>
            <p:spPr>
              <a:xfrm>
                <a:off x="5444463" y="4082501"/>
                <a:ext cx="53975" cy="173038"/>
              </a:xfrm>
              <a:custGeom>
                <a:rect b="b" l="l" r="r" t="t"/>
                <a:pathLst>
                  <a:path extrusionOk="0" h="109" w="34">
                    <a:moveTo>
                      <a:pt x="3" y="109"/>
                    </a:moveTo>
                    <a:lnTo>
                      <a:pt x="34" y="2"/>
                    </a:lnTo>
                    <a:lnTo>
                      <a:pt x="30" y="0"/>
                    </a:lnTo>
                    <a:lnTo>
                      <a:pt x="0" y="108"/>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7"/>
              <p:cNvSpPr/>
              <p:nvPr/>
            </p:nvSpPr>
            <p:spPr>
              <a:xfrm>
                <a:off x="5590513" y="4125363"/>
                <a:ext cx="57150" cy="173038"/>
              </a:xfrm>
              <a:custGeom>
                <a:rect b="b" l="l" r="r" t="t"/>
                <a:pathLst>
                  <a:path extrusionOk="0" h="109" w="36">
                    <a:moveTo>
                      <a:pt x="5" y="109"/>
                    </a:moveTo>
                    <a:lnTo>
                      <a:pt x="36" y="2"/>
                    </a:lnTo>
                    <a:lnTo>
                      <a:pt x="32" y="0"/>
                    </a:lnTo>
                    <a:lnTo>
                      <a:pt x="0" y="109"/>
                    </a:lnTo>
                    <a:lnTo>
                      <a:pt x="5" y="10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7"/>
              <p:cNvSpPr/>
              <p:nvPr/>
            </p:nvSpPr>
            <p:spPr>
              <a:xfrm>
                <a:off x="5590513" y="4125363"/>
                <a:ext cx="57150" cy="173038"/>
              </a:xfrm>
              <a:custGeom>
                <a:rect b="b" l="l" r="r" t="t"/>
                <a:pathLst>
                  <a:path extrusionOk="0" h="109" w="36">
                    <a:moveTo>
                      <a:pt x="5" y="109"/>
                    </a:moveTo>
                    <a:lnTo>
                      <a:pt x="36" y="2"/>
                    </a:lnTo>
                    <a:lnTo>
                      <a:pt x="32" y="0"/>
                    </a:lnTo>
                    <a:lnTo>
                      <a:pt x="0" y="109"/>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7"/>
              <p:cNvSpPr/>
              <p:nvPr/>
            </p:nvSpPr>
            <p:spPr>
              <a:xfrm>
                <a:off x="5739738" y="4171401"/>
                <a:ext cx="57150" cy="173038"/>
              </a:xfrm>
              <a:custGeom>
                <a:rect b="b" l="l" r="r" t="t"/>
                <a:pathLst>
                  <a:path extrusionOk="0" h="109" w="36">
                    <a:moveTo>
                      <a:pt x="5" y="109"/>
                    </a:moveTo>
                    <a:lnTo>
                      <a:pt x="36" y="0"/>
                    </a:lnTo>
                    <a:lnTo>
                      <a:pt x="32" y="0"/>
                    </a:lnTo>
                    <a:lnTo>
                      <a:pt x="0" y="107"/>
                    </a:lnTo>
                    <a:lnTo>
                      <a:pt x="5" y="10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7"/>
              <p:cNvSpPr/>
              <p:nvPr/>
            </p:nvSpPr>
            <p:spPr>
              <a:xfrm>
                <a:off x="5739738" y="4171401"/>
                <a:ext cx="57150" cy="173038"/>
              </a:xfrm>
              <a:custGeom>
                <a:rect b="b" l="l" r="r" t="t"/>
                <a:pathLst>
                  <a:path extrusionOk="0" h="109" w="36">
                    <a:moveTo>
                      <a:pt x="5" y="109"/>
                    </a:moveTo>
                    <a:lnTo>
                      <a:pt x="36" y="0"/>
                    </a:lnTo>
                    <a:lnTo>
                      <a:pt x="32" y="0"/>
                    </a:lnTo>
                    <a:lnTo>
                      <a:pt x="0" y="107"/>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7"/>
              <p:cNvSpPr/>
              <p:nvPr/>
            </p:nvSpPr>
            <p:spPr>
              <a:xfrm>
                <a:off x="5888963" y="4214263"/>
                <a:ext cx="57150" cy="173038"/>
              </a:xfrm>
              <a:custGeom>
                <a:rect b="b" l="l" r="r" t="t"/>
                <a:pathLst>
                  <a:path extrusionOk="0" h="109" w="36">
                    <a:moveTo>
                      <a:pt x="3" y="109"/>
                    </a:moveTo>
                    <a:lnTo>
                      <a:pt x="36" y="2"/>
                    </a:lnTo>
                    <a:lnTo>
                      <a:pt x="30" y="0"/>
                    </a:lnTo>
                    <a:lnTo>
                      <a:pt x="0" y="107"/>
                    </a:lnTo>
                    <a:lnTo>
                      <a:pt x="3" y="10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7"/>
              <p:cNvSpPr/>
              <p:nvPr/>
            </p:nvSpPr>
            <p:spPr>
              <a:xfrm>
                <a:off x="5888963" y="4214263"/>
                <a:ext cx="57150" cy="173038"/>
              </a:xfrm>
              <a:custGeom>
                <a:rect b="b" l="l" r="r" t="t"/>
                <a:pathLst>
                  <a:path extrusionOk="0" h="109" w="36">
                    <a:moveTo>
                      <a:pt x="3" y="109"/>
                    </a:moveTo>
                    <a:lnTo>
                      <a:pt x="36" y="2"/>
                    </a:lnTo>
                    <a:lnTo>
                      <a:pt x="30" y="0"/>
                    </a:lnTo>
                    <a:lnTo>
                      <a:pt x="0" y="107"/>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7"/>
              <p:cNvSpPr/>
              <p:nvPr/>
            </p:nvSpPr>
            <p:spPr>
              <a:xfrm>
                <a:off x="6036601" y="4255538"/>
                <a:ext cx="58738" cy="174625"/>
              </a:xfrm>
              <a:custGeom>
                <a:rect b="b" l="l" r="r" t="t"/>
                <a:pathLst>
                  <a:path extrusionOk="0" h="110" w="37">
                    <a:moveTo>
                      <a:pt x="4" y="110"/>
                    </a:moveTo>
                    <a:lnTo>
                      <a:pt x="37" y="2"/>
                    </a:lnTo>
                    <a:lnTo>
                      <a:pt x="31" y="0"/>
                    </a:lnTo>
                    <a:lnTo>
                      <a:pt x="0" y="108"/>
                    </a:lnTo>
                    <a:lnTo>
                      <a:pt x="4" y="1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7"/>
              <p:cNvSpPr/>
              <p:nvPr/>
            </p:nvSpPr>
            <p:spPr>
              <a:xfrm>
                <a:off x="6036601" y="4255538"/>
                <a:ext cx="58738" cy="174625"/>
              </a:xfrm>
              <a:custGeom>
                <a:rect b="b" l="l" r="r" t="t"/>
                <a:pathLst>
                  <a:path extrusionOk="0" h="110" w="37">
                    <a:moveTo>
                      <a:pt x="4" y="110"/>
                    </a:moveTo>
                    <a:lnTo>
                      <a:pt x="37" y="2"/>
                    </a:lnTo>
                    <a:lnTo>
                      <a:pt x="31" y="0"/>
                    </a:lnTo>
                    <a:lnTo>
                      <a:pt x="0" y="108"/>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7"/>
              <p:cNvSpPr/>
              <p:nvPr/>
            </p:nvSpPr>
            <p:spPr>
              <a:xfrm>
                <a:off x="6185826" y="4298401"/>
                <a:ext cx="58738" cy="174625"/>
              </a:xfrm>
              <a:custGeom>
                <a:rect b="b" l="l" r="r" t="t"/>
                <a:pathLst>
                  <a:path extrusionOk="0" h="110" w="37">
                    <a:moveTo>
                      <a:pt x="4" y="110"/>
                    </a:moveTo>
                    <a:lnTo>
                      <a:pt x="37" y="2"/>
                    </a:lnTo>
                    <a:lnTo>
                      <a:pt x="31" y="0"/>
                    </a:lnTo>
                    <a:lnTo>
                      <a:pt x="0" y="110"/>
                    </a:lnTo>
                    <a:lnTo>
                      <a:pt x="4" y="1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7"/>
              <p:cNvSpPr/>
              <p:nvPr/>
            </p:nvSpPr>
            <p:spPr>
              <a:xfrm>
                <a:off x="6185826" y="4298401"/>
                <a:ext cx="58738" cy="174625"/>
              </a:xfrm>
              <a:custGeom>
                <a:rect b="b" l="l" r="r" t="t"/>
                <a:pathLst>
                  <a:path extrusionOk="0" h="110" w="37">
                    <a:moveTo>
                      <a:pt x="4" y="110"/>
                    </a:moveTo>
                    <a:lnTo>
                      <a:pt x="37" y="2"/>
                    </a:lnTo>
                    <a:lnTo>
                      <a:pt x="31" y="0"/>
                    </a:lnTo>
                    <a:lnTo>
                      <a:pt x="0" y="110"/>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7"/>
              <p:cNvSpPr/>
              <p:nvPr/>
            </p:nvSpPr>
            <p:spPr>
              <a:xfrm>
                <a:off x="6335051" y="4344438"/>
                <a:ext cx="55563" cy="173038"/>
              </a:xfrm>
              <a:custGeom>
                <a:rect b="b" l="l" r="r" t="t"/>
                <a:pathLst>
                  <a:path extrusionOk="0" h="109" w="35">
                    <a:moveTo>
                      <a:pt x="4" y="109"/>
                    </a:moveTo>
                    <a:lnTo>
                      <a:pt x="35" y="0"/>
                    </a:lnTo>
                    <a:lnTo>
                      <a:pt x="31" y="0"/>
                    </a:lnTo>
                    <a:lnTo>
                      <a:pt x="0" y="108"/>
                    </a:lnTo>
                    <a:lnTo>
                      <a:pt x="4" y="10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7"/>
              <p:cNvSpPr/>
              <p:nvPr/>
            </p:nvSpPr>
            <p:spPr>
              <a:xfrm>
                <a:off x="6335051" y="4344438"/>
                <a:ext cx="55563" cy="173038"/>
              </a:xfrm>
              <a:custGeom>
                <a:rect b="b" l="l" r="r" t="t"/>
                <a:pathLst>
                  <a:path extrusionOk="0" h="109" w="35">
                    <a:moveTo>
                      <a:pt x="4" y="109"/>
                    </a:moveTo>
                    <a:lnTo>
                      <a:pt x="35" y="0"/>
                    </a:lnTo>
                    <a:lnTo>
                      <a:pt x="31" y="0"/>
                    </a:lnTo>
                    <a:lnTo>
                      <a:pt x="0" y="108"/>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7"/>
              <p:cNvSpPr/>
              <p:nvPr/>
            </p:nvSpPr>
            <p:spPr>
              <a:xfrm>
                <a:off x="6481101" y="4387301"/>
                <a:ext cx="58738" cy="173038"/>
              </a:xfrm>
              <a:custGeom>
                <a:rect b="b" l="l" r="r" t="t"/>
                <a:pathLst>
                  <a:path extrusionOk="0" h="109" w="37">
                    <a:moveTo>
                      <a:pt x="6" y="109"/>
                    </a:moveTo>
                    <a:lnTo>
                      <a:pt x="37" y="2"/>
                    </a:lnTo>
                    <a:lnTo>
                      <a:pt x="33" y="0"/>
                    </a:lnTo>
                    <a:lnTo>
                      <a:pt x="0" y="107"/>
                    </a:lnTo>
                    <a:lnTo>
                      <a:pt x="6" y="10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7"/>
              <p:cNvSpPr/>
              <p:nvPr/>
            </p:nvSpPr>
            <p:spPr>
              <a:xfrm>
                <a:off x="6481101" y="4387301"/>
                <a:ext cx="58738" cy="173038"/>
              </a:xfrm>
              <a:custGeom>
                <a:rect b="b" l="l" r="r" t="t"/>
                <a:pathLst>
                  <a:path extrusionOk="0" h="109" w="37">
                    <a:moveTo>
                      <a:pt x="6" y="109"/>
                    </a:moveTo>
                    <a:lnTo>
                      <a:pt x="37" y="2"/>
                    </a:lnTo>
                    <a:lnTo>
                      <a:pt x="33" y="0"/>
                    </a:lnTo>
                    <a:lnTo>
                      <a:pt x="0" y="107"/>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7"/>
              <p:cNvSpPr/>
              <p:nvPr/>
            </p:nvSpPr>
            <p:spPr>
              <a:xfrm>
                <a:off x="6630326" y="4430163"/>
                <a:ext cx="58738" cy="173038"/>
              </a:xfrm>
              <a:custGeom>
                <a:rect b="b" l="l" r="r" t="t"/>
                <a:pathLst>
                  <a:path extrusionOk="0" h="109" w="37">
                    <a:moveTo>
                      <a:pt x="6" y="109"/>
                    </a:moveTo>
                    <a:lnTo>
                      <a:pt x="37" y="2"/>
                    </a:lnTo>
                    <a:lnTo>
                      <a:pt x="33" y="0"/>
                    </a:lnTo>
                    <a:lnTo>
                      <a:pt x="0" y="109"/>
                    </a:lnTo>
                    <a:lnTo>
                      <a:pt x="6" y="10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7"/>
              <p:cNvSpPr/>
              <p:nvPr/>
            </p:nvSpPr>
            <p:spPr>
              <a:xfrm>
                <a:off x="6630326" y="4430163"/>
                <a:ext cx="58738" cy="173038"/>
              </a:xfrm>
              <a:custGeom>
                <a:rect b="b" l="l" r="r" t="t"/>
                <a:pathLst>
                  <a:path extrusionOk="0" h="109" w="37">
                    <a:moveTo>
                      <a:pt x="6" y="109"/>
                    </a:moveTo>
                    <a:lnTo>
                      <a:pt x="37" y="2"/>
                    </a:lnTo>
                    <a:lnTo>
                      <a:pt x="33" y="0"/>
                    </a:lnTo>
                    <a:lnTo>
                      <a:pt x="0" y="109"/>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7"/>
              <p:cNvSpPr/>
              <p:nvPr/>
            </p:nvSpPr>
            <p:spPr>
              <a:xfrm>
                <a:off x="6779551" y="4476201"/>
                <a:ext cx="58738" cy="173038"/>
              </a:xfrm>
              <a:custGeom>
                <a:rect b="b" l="l" r="r" t="t"/>
                <a:pathLst>
                  <a:path extrusionOk="0" h="109" w="37">
                    <a:moveTo>
                      <a:pt x="4" y="109"/>
                    </a:moveTo>
                    <a:lnTo>
                      <a:pt x="37" y="0"/>
                    </a:lnTo>
                    <a:lnTo>
                      <a:pt x="31" y="0"/>
                    </a:lnTo>
                    <a:lnTo>
                      <a:pt x="0" y="107"/>
                    </a:lnTo>
                    <a:lnTo>
                      <a:pt x="4" y="10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7"/>
              <p:cNvSpPr/>
              <p:nvPr/>
            </p:nvSpPr>
            <p:spPr>
              <a:xfrm>
                <a:off x="6779551" y="4476201"/>
                <a:ext cx="58738" cy="173038"/>
              </a:xfrm>
              <a:custGeom>
                <a:rect b="b" l="l" r="r" t="t"/>
                <a:pathLst>
                  <a:path extrusionOk="0" h="109" w="37">
                    <a:moveTo>
                      <a:pt x="4" y="109"/>
                    </a:moveTo>
                    <a:lnTo>
                      <a:pt x="37" y="0"/>
                    </a:lnTo>
                    <a:lnTo>
                      <a:pt x="31" y="0"/>
                    </a:lnTo>
                    <a:lnTo>
                      <a:pt x="0" y="107"/>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7"/>
              <p:cNvSpPr/>
              <p:nvPr/>
            </p:nvSpPr>
            <p:spPr>
              <a:xfrm>
                <a:off x="6928776" y="4517476"/>
                <a:ext cx="58738" cy="174625"/>
              </a:xfrm>
              <a:custGeom>
                <a:rect b="b" l="l" r="r" t="t"/>
                <a:pathLst>
                  <a:path extrusionOk="0" h="110" w="37">
                    <a:moveTo>
                      <a:pt x="4" y="110"/>
                    </a:moveTo>
                    <a:lnTo>
                      <a:pt x="37" y="2"/>
                    </a:lnTo>
                    <a:lnTo>
                      <a:pt x="31" y="0"/>
                    </a:lnTo>
                    <a:lnTo>
                      <a:pt x="0" y="108"/>
                    </a:lnTo>
                    <a:lnTo>
                      <a:pt x="4" y="1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7"/>
              <p:cNvSpPr/>
              <p:nvPr/>
            </p:nvSpPr>
            <p:spPr>
              <a:xfrm>
                <a:off x="6928776" y="4517476"/>
                <a:ext cx="58738" cy="174625"/>
              </a:xfrm>
              <a:custGeom>
                <a:rect b="b" l="l" r="r" t="t"/>
                <a:pathLst>
                  <a:path extrusionOk="0" h="110" w="37">
                    <a:moveTo>
                      <a:pt x="4" y="110"/>
                    </a:moveTo>
                    <a:lnTo>
                      <a:pt x="37" y="2"/>
                    </a:lnTo>
                    <a:lnTo>
                      <a:pt x="31" y="0"/>
                    </a:lnTo>
                    <a:lnTo>
                      <a:pt x="0" y="108"/>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7"/>
              <p:cNvSpPr/>
              <p:nvPr/>
            </p:nvSpPr>
            <p:spPr>
              <a:xfrm>
                <a:off x="7078001" y="4560338"/>
                <a:ext cx="58738" cy="174625"/>
              </a:xfrm>
              <a:custGeom>
                <a:rect b="b" l="l" r="r" t="t"/>
                <a:pathLst>
                  <a:path extrusionOk="0" h="110" w="37">
                    <a:moveTo>
                      <a:pt x="4" y="110"/>
                    </a:moveTo>
                    <a:lnTo>
                      <a:pt x="37" y="2"/>
                    </a:lnTo>
                    <a:lnTo>
                      <a:pt x="31" y="0"/>
                    </a:lnTo>
                    <a:lnTo>
                      <a:pt x="0" y="108"/>
                    </a:lnTo>
                    <a:lnTo>
                      <a:pt x="4" y="1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7"/>
              <p:cNvSpPr/>
              <p:nvPr/>
            </p:nvSpPr>
            <p:spPr>
              <a:xfrm>
                <a:off x="7078001" y="4560338"/>
                <a:ext cx="58738" cy="174625"/>
              </a:xfrm>
              <a:custGeom>
                <a:rect b="b" l="l" r="r" t="t"/>
                <a:pathLst>
                  <a:path extrusionOk="0" h="110" w="37">
                    <a:moveTo>
                      <a:pt x="4" y="110"/>
                    </a:moveTo>
                    <a:lnTo>
                      <a:pt x="37" y="2"/>
                    </a:lnTo>
                    <a:lnTo>
                      <a:pt x="31" y="0"/>
                    </a:lnTo>
                    <a:lnTo>
                      <a:pt x="0" y="108"/>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7"/>
              <p:cNvSpPr/>
              <p:nvPr/>
            </p:nvSpPr>
            <p:spPr>
              <a:xfrm>
                <a:off x="7224051" y="4603201"/>
                <a:ext cx="58738" cy="174625"/>
              </a:xfrm>
              <a:custGeom>
                <a:rect b="b" l="l" r="r" t="t"/>
                <a:pathLst>
                  <a:path extrusionOk="0" h="110" w="37">
                    <a:moveTo>
                      <a:pt x="6" y="110"/>
                    </a:moveTo>
                    <a:lnTo>
                      <a:pt x="37" y="2"/>
                    </a:lnTo>
                    <a:lnTo>
                      <a:pt x="33" y="0"/>
                    </a:lnTo>
                    <a:lnTo>
                      <a:pt x="0" y="110"/>
                    </a:lnTo>
                    <a:lnTo>
                      <a:pt x="6" y="11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7"/>
              <p:cNvSpPr/>
              <p:nvPr/>
            </p:nvSpPr>
            <p:spPr>
              <a:xfrm>
                <a:off x="7224051" y="4603201"/>
                <a:ext cx="58738" cy="174625"/>
              </a:xfrm>
              <a:custGeom>
                <a:rect b="b" l="l" r="r" t="t"/>
                <a:pathLst>
                  <a:path extrusionOk="0" h="110" w="37">
                    <a:moveTo>
                      <a:pt x="6" y="110"/>
                    </a:moveTo>
                    <a:lnTo>
                      <a:pt x="37" y="2"/>
                    </a:lnTo>
                    <a:lnTo>
                      <a:pt x="33" y="0"/>
                    </a:lnTo>
                    <a:lnTo>
                      <a:pt x="0" y="110"/>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7"/>
              <p:cNvSpPr/>
              <p:nvPr/>
            </p:nvSpPr>
            <p:spPr>
              <a:xfrm>
                <a:off x="5531776" y="4104726"/>
                <a:ext cx="42863" cy="117475"/>
              </a:xfrm>
              <a:custGeom>
                <a:rect b="b" l="l" r="r" t="t"/>
                <a:pathLst>
                  <a:path extrusionOk="0" h="74" w="27">
                    <a:moveTo>
                      <a:pt x="6" y="74"/>
                    </a:moveTo>
                    <a:lnTo>
                      <a:pt x="27" y="1"/>
                    </a:lnTo>
                    <a:lnTo>
                      <a:pt x="21" y="0"/>
                    </a:lnTo>
                    <a:lnTo>
                      <a:pt x="0" y="72"/>
                    </a:lnTo>
                    <a:lnTo>
                      <a:pt x="6" y="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7"/>
              <p:cNvSpPr/>
              <p:nvPr/>
            </p:nvSpPr>
            <p:spPr>
              <a:xfrm>
                <a:off x="5531776" y="4104726"/>
                <a:ext cx="42863" cy="117475"/>
              </a:xfrm>
              <a:custGeom>
                <a:rect b="b" l="l" r="r" t="t"/>
                <a:pathLst>
                  <a:path extrusionOk="0" h="74" w="27">
                    <a:moveTo>
                      <a:pt x="6" y="74"/>
                    </a:moveTo>
                    <a:lnTo>
                      <a:pt x="27" y="1"/>
                    </a:lnTo>
                    <a:lnTo>
                      <a:pt x="21" y="0"/>
                    </a:lnTo>
                    <a:lnTo>
                      <a:pt x="0" y="72"/>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7"/>
              <p:cNvSpPr/>
              <p:nvPr/>
            </p:nvSpPr>
            <p:spPr>
              <a:xfrm>
                <a:off x="5681001" y="4149176"/>
                <a:ext cx="42863" cy="115888"/>
              </a:xfrm>
              <a:custGeom>
                <a:rect b="b" l="l" r="r" t="t"/>
                <a:pathLst>
                  <a:path extrusionOk="0" h="73" w="27">
                    <a:moveTo>
                      <a:pt x="6" y="73"/>
                    </a:moveTo>
                    <a:lnTo>
                      <a:pt x="27" y="0"/>
                    </a:lnTo>
                    <a:lnTo>
                      <a:pt x="21" y="0"/>
                    </a:lnTo>
                    <a:lnTo>
                      <a:pt x="0" y="71"/>
                    </a:lnTo>
                    <a:lnTo>
                      <a:pt x="6"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7"/>
              <p:cNvSpPr/>
              <p:nvPr/>
            </p:nvSpPr>
            <p:spPr>
              <a:xfrm>
                <a:off x="5681001" y="4149176"/>
                <a:ext cx="42863" cy="115888"/>
              </a:xfrm>
              <a:custGeom>
                <a:rect b="b" l="l" r="r" t="t"/>
                <a:pathLst>
                  <a:path extrusionOk="0" h="73" w="27">
                    <a:moveTo>
                      <a:pt x="6" y="73"/>
                    </a:moveTo>
                    <a:lnTo>
                      <a:pt x="27"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7"/>
              <p:cNvSpPr/>
              <p:nvPr/>
            </p:nvSpPr>
            <p:spPr>
              <a:xfrm>
                <a:off x="5830226" y="4192038"/>
                <a:ext cx="42863" cy="115888"/>
              </a:xfrm>
              <a:custGeom>
                <a:rect b="b" l="l" r="r" t="t"/>
                <a:pathLst>
                  <a:path extrusionOk="0" h="73" w="27">
                    <a:moveTo>
                      <a:pt x="6" y="73"/>
                    </a:moveTo>
                    <a:lnTo>
                      <a:pt x="27" y="2"/>
                    </a:lnTo>
                    <a:lnTo>
                      <a:pt x="21" y="0"/>
                    </a:lnTo>
                    <a:lnTo>
                      <a:pt x="0" y="71"/>
                    </a:lnTo>
                    <a:lnTo>
                      <a:pt x="6"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7"/>
              <p:cNvSpPr/>
              <p:nvPr/>
            </p:nvSpPr>
            <p:spPr>
              <a:xfrm>
                <a:off x="5830226" y="4192038"/>
                <a:ext cx="42863" cy="115888"/>
              </a:xfrm>
              <a:custGeom>
                <a:rect b="b" l="l" r="r" t="t"/>
                <a:pathLst>
                  <a:path extrusionOk="0" h="73" w="27">
                    <a:moveTo>
                      <a:pt x="6" y="73"/>
                    </a:moveTo>
                    <a:lnTo>
                      <a:pt x="27" y="2"/>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7"/>
              <p:cNvSpPr/>
              <p:nvPr/>
            </p:nvSpPr>
            <p:spPr>
              <a:xfrm>
                <a:off x="5979451" y="4234901"/>
                <a:ext cx="39688" cy="115888"/>
              </a:xfrm>
              <a:custGeom>
                <a:rect b="b" l="l" r="r" t="t"/>
                <a:pathLst>
                  <a:path extrusionOk="0" h="73" w="25">
                    <a:moveTo>
                      <a:pt x="4" y="73"/>
                    </a:moveTo>
                    <a:lnTo>
                      <a:pt x="25" y="2"/>
                    </a:lnTo>
                    <a:lnTo>
                      <a:pt x="21" y="0"/>
                    </a:lnTo>
                    <a:lnTo>
                      <a:pt x="0" y="73"/>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7"/>
              <p:cNvSpPr/>
              <p:nvPr/>
            </p:nvSpPr>
            <p:spPr>
              <a:xfrm>
                <a:off x="5979451" y="4234901"/>
                <a:ext cx="39688" cy="115888"/>
              </a:xfrm>
              <a:custGeom>
                <a:rect b="b" l="l" r="r" t="t"/>
                <a:pathLst>
                  <a:path extrusionOk="0" h="73" w="25">
                    <a:moveTo>
                      <a:pt x="4" y="73"/>
                    </a:moveTo>
                    <a:lnTo>
                      <a:pt x="25"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7"/>
              <p:cNvSpPr/>
              <p:nvPr/>
            </p:nvSpPr>
            <p:spPr>
              <a:xfrm>
                <a:off x="6128676" y="4277763"/>
                <a:ext cx="39688" cy="119063"/>
              </a:xfrm>
              <a:custGeom>
                <a:rect b="b" l="l" r="r" t="t"/>
                <a:pathLst>
                  <a:path extrusionOk="0" h="75" w="25">
                    <a:moveTo>
                      <a:pt x="4" y="75"/>
                    </a:moveTo>
                    <a:lnTo>
                      <a:pt x="25" y="2"/>
                    </a:lnTo>
                    <a:lnTo>
                      <a:pt x="21" y="0"/>
                    </a:lnTo>
                    <a:lnTo>
                      <a:pt x="0" y="73"/>
                    </a:lnTo>
                    <a:lnTo>
                      <a:pt x="4" y="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7"/>
              <p:cNvSpPr/>
              <p:nvPr/>
            </p:nvSpPr>
            <p:spPr>
              <a:xfrm>
                <a:off x="6128676" y="4277763"/>
                <a:ext cx="39688" cy="119063"/>
              </a:xfrm>
              <a:custGeom>
                <a:rect b="b" l="l" r="r" t="t"/>
                <a:pathLst>
                  <a:path extrusionOk="0" h="75" w="25">
                    <a:moveTo>
                      <a:pt x="4" y="75"/>
                    </a:moveTo>
                    <a:lnTo>
                      <a:pt x="25"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7"/>
              <p:cNvSpPr/>
              <p:nvPr/>
            </p:nvSpPr>
            <p:spPr>
              <a:xfrm>
                <a:off x="6277901" y="4323801"/>
                <a:ext cx="39688" cy="115888"/>
              </a:xfrm>
              <a:custGeom>
                <a:rect b="b" l="l" r="r" t="t"/>
                <a:pathLst>
                  <a:path extrusionOk="0" h="73" w="25">
                    <a:moveTo>
                      <a:pt x="4" y="73"/>
                    </a:moveTo>
                    <a:lnTo>
                      <a:pt x="25" y="0"/>
                    </a:lnTo>
                    <a:lnTo>
                      <a:pt x="21" y="0"/>
                    </a:lnTo>
                    <a:lnTo>
                      <a:pt x="0" y="71"/>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7"/>
              <p:cNvSpPr/>
              <p:nvPr/>
            </p:nvSpPr>
            <p:spPr>
              <a:xfrm>
                <a:off x="6277901" y="4323801"/>
                <a:ext cx="39688" cy="115888"/>
              </a:xfrm>
              <a:custGeom>
                <a:rect b="b" l="l" r="r" t="t"/>
                <a:pathLst>
                  <a:path extrusionOk="0" h="73" w="25">
                    <a:moveTo>
                      <a:pt x="4" y="73"/>
                    </a:moveTo>
                    <a:lnTo>
                      <a:pt x="25"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7"/>
              <p:cNvSpPr/>
              <p:nvPr/>
            </p:nvSpPr>
            <p:spPr>
              <a:xfrm>
                <a:off x="6423951" y="4366663"/>
                <a:ext cx="42863" cy="114300"/>
              </a:xfrm>
              <a:custGeom>
                <a:rect b="b" l="l" r="r" t="t"/>
                <a:pathLst>
                  <a:path extrusionOk="0" h="72" w="27">
                    <a:moveTo>
                      <a:pt x="6" y="72"/>
                    </a:moveTo>
                    <a:lnTo>
                      <a:pt x="27" y="1"/>
                    </a:lnTo>
                    <a:lnTo>
                      <a:pt x="21" y="0"/>
                    </a:lnTo>
                    <a:lnTo>
                      <a:pt x="0" y="72"/>
                    </a:lnTo>
                    <a:lnTo>
                      <a:pt x="6" y="7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7"/>
              <p:cNvSpPr/>
              <p:nvPr/>
            </p:nvSpPr>
            <p:spPr>
              <a:xfrm>
                <a:off x="6423951" y="4366663"/>
                <a:ext cx="42863" cy="114300"/>
              </a:xfrm>
              <a:custGeom>
                <a:rect b="b" l="l" r="r" t="t"/>
                <a:pathLst>
                  <a:path extrusionOk="0" h="72" w="27">
                    <a:moveTo>
                      <a:pt x="6" y="72"/>
                    </a:moveTo>
                    <a:lnTo>
                      <a:pt x="27" y="1"/>
                    </a:lnTo>
                    <a:lnTo>
                      <a:pt x="21" y="0"/>
                    </a:lnTo>
                    <a:lnTo>
                      <a:pt x="0" y="72"/>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7"/>
              <p:cNvSpPr/>
              <p:nvPr/>
            </p:nvSpPr>
            <p:spPr>
              <a:xfrm>
                <a:off x="6573176" y="4407938"/>
                <a:ext cx="42863" cy="115888"/>
              </a:xfrm>
              <a:custGeom>
                <a:rect b="b" l="l" r="r" t="t"/>
                <a:pathLst>
                  <a:path extrusionOk="0" h="73" w="27">
                    <a:moveTo>
                      <a:pt x="6" y="73"/>
                    </a:moveTo>
                    <a:lnTo>
                      <a:pt x="27" y="2"/>
                    </a:lnTo>
                    <a:lnTo>
                      <a:pt x="21" y="0"/>
                    </a:lnTo>
                    <a:lnTo>
                      <a:pt x="0" y="73"/>
                    </a:lnTo>
                    <a:lnTo>
                      <a:pt x="6"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7"/>
              <p:cNvSpPr/>
              <p:nvPr/>
            </p:nvSpPr>
            <p:spPr>
              <a:xfrm>
                <a:off x="6573176" y="4407938"/>
                <a:ext cx="42863" cy="115888"/>
              </a:xfrm>
              <a:custGeom>
                <a:rect b="b" l="l" r="r" t="t"/>
                <a:pathLst>
                  <a:path extrusionOk="0" h="73" w="27">
                    <a:moveTo>
                      <a:pt x="6" y="73"/>
                    </a:moveTo>
                    <a:lnTo>
                      <a:pt x="27"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7"/>
              <p:cNvSpPr/>
              <p:nvPr/>
            </p:nvSpPr>
            <p:spPr>
              <a:xfrm>
                <a:off x="6722401" y="4450801"/>
                <a:ext cx="39688" cy="119063"/>
              </a:xfrm>
              <a:custGeom>
                <a:rect b="b" l="l" r="r" t="t"/>
                <a:pathLst>
                  <a:path extrusionOk="0" h="75" w="25">
                    <a:moveTo>
                      <a:pt x="4" y="75"/>
                    </a:moveTo>
                    <a:lnTo>
                      <a:pt x="25" y="2"/>
                    </a:lnTo>
                    <a:lnTo>
                      <a:pt x="21" y="0"/>
                    </a:lnTo>
                    <a:lnTo>
                      <a:pt x="0" y="73"/>
                    </a:lnTo>
                    <a:lnTo>
                      <a:pt x="4" y="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7"/>
              <p:cNvSpPr/>
              <p:nvPr/>
            </p:nvSpPr>
            <p:spPr>
              <a:xfrm>
                <a:off x="6722401" y="4450801"/>
                <a:ext cx="39688" cy="119063"/>
              </a:xfrm>
              <a:custGeom>
                <a:rect b="b" l="l" r="r" t="t"/>
                <a:pathLst>
                  <a:path extrusionOk="0" h="75" w="25">
                    <a:moveTo>
                      <a:pt x="4" y="75"/>
                    </a:moveTo>
                    <a:lnTo>
                      <a:pt x="25"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7"/>
              <p:cNvSpPr/>
              <p:nvPr/>
            </p:nvSpPr>
            <p:spPr>
              <a:xfrm>
                <a:off x="6871626" y="4496838"/>
                <a:ext cx="39688" cy="115888"/>
              </a:xfrm>
              <a:custGeom>
                <a:rect b="b" l="l" r="r" t="t"/>
                <a:pathLst>
                  <a:path extrusionOk="0" h="73" w="25">
                    <a:moveTo>
                      <a:pt x="4" y="73"/>
                    </a:moveTo>
                    <a:lnTo>
                      <a:pt x="25" y="0"/>
                    </a:lnTo>
                    <a:lnTo>
                      <a:pt x="21" y="0"/>
                    </a:lnTo>
                    <a:lnTo>
                      <a:pt x="0" y="71"/>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7"/>
              <p:cNvSpPr/>
              <p:nvPr/>
            </p:nvSpPr>
            <p:spPr>
              <a:xfrm>
                <a:off x="6871626" y="4496838"/>
                <a:ext cx="39688" cy="115888"/>
              </a:xfrm>
              <a:custGeom>
                <a:rect b="b" l="l" r="r" t="t"/>
                <a:pathLst>
                  <a:path extrusionOk="0" h="73" w="25">
                    <a:moveTo>
                      <a:pt x="4" y="73"/>
                    </a:moveTo>
                    <a:lnTo>
                      <a:pt x="25"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7"/>
              <p:cNvSpPr/>
              <p:nvPr/>
            </p:nvSpPr>
            <p:spPr>
              <a:xfrm>
                <a:off x="7020851" y="4539701"/>
                <a:ext cx="39688" cy="115888"/>
              </a:xfrm>
              <a:custGeom>
                <a:rect b="b" l="l" r="r" t="t"/>
                <a:pathLst>
                  <a:path extrusionOk="0" h="73" w="25">
                    <a:moveTo>
                      <a:pt x="4" y="73"/>
                    </a:moveTo>
                    <a:lnTo>
                      <a:pt x="25" y="2"/>
                    </a:lnTo>
                    <a:lnTo>
                      <a:pt x="21" y="0"/>
                    </a:lnTo>
                    <a:lnTo>
                      <a:pt x="0" y="73"/>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7"/>
              <p:cNvSpPr/>
              <p:nvPr/>
            </p:nvSpPr>
            <p:spPr>
              <a:xfrm>
                <a:off x="7020851" y="4539701"/>
                <a:ext cx="39688" cy="115888"/>
              </a:xfrm>
              <a:custGeom>
                <a:rect b="b" l="l" r="r" t="t"/>
                <a:pathLst>
                  <a:path extrusionOk="0" h="73" w="25">
                    <a:moveTo>
                      <a:pt x="4" y="73"/>
                    </a:moveTo>
                    <a:lnTo>
                      <a:pt x="25"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7"/>
              <p:cNvSpPr/>
              <p:nvPr/>
            </p:nvSpPr>
            <p:spPr>
              <a:xfrm>
                <a:off x="7166901" y="4582563"/>
                <a:ext cx="42863" cy="119063"/>
              </a:xfrm>
              <a:custGeom>
                <a:rect b="b" l="l" r="r" t="t"/>
                <a:pathLst>
                  <a:path extrusionOk="0" h="75" w="27">
                    <a:moveTo>
                      <a:pt x="6" y="75"/>
                    </a:moveTo>
                    <a:lnTo>
                      <a:pt x="27" y="2"/>
                    </a:lnTo>
                    <a:lnTo>
                      <a:pt x="21" y="0"/>
                    </a:lnTo>
                    <a:lnTo>
                      <a:pt x="0" y="73"/>
                    </a:lnTo>
                    <a:lnTo>
                      <a:pt x="6" y="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7"/>
              <p:cNvSpPr/>
              <p:nvPr/>
            </p:nvSpPr>
            <p:spPr>
              <a:xfrm>
                <a:off x="7166901" y="4582563"/>
                <a:ext cx="42863" cy="119063"/>
              </a:xfrm>
              <a:custGeom>
                <a:rect b="b" l="l" r="r" t="t"/>
                <a:pathLst>
                  <a:path extrusionOk="0" h="75" w="27">
                    <a:moveTo>
                      <a:pt x="6" y="75"/>
                    </a:moveTo>
                    <a:lnTo>
                      <a:pt x="27"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7"/>
              <p:cNvSpPr/>
              <p:nvPr/>
            </p:nvSpPr>
            <p:spPr>
              <a:xfrm>
                <a:off x="5498438" y="4095201"/>
                <a:ext cx="36513" cy="115888"/>
              </a:xfrm>
              <a:custGeom>
                <a:rect b="b" l="l" r="r" t="t"/>
                <a:pathLst>
                  <a:path extrusionOk="0" h="73" w="23">
                    <a:moveTo>
                      <a:pt x="2" y="73"/>
                    </a:moveTo>
                    <a:lnTo>
                      <a:pt x="23" y="0"/>
                    </a:lnTo>
                    <a:lnTo>
                      <a:pt x="21" y="0"/>
                    </a:lnTo>
                    <a:lnTo>
                      <a:pt x="0" y="71"/>
                    </a:lnTo>
                    <a:lnTo>
                      <a:pt x="2"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7"/>
              <p:cNvSpPr/>
              <p:nvPr/>
            </p:nvSpPr>
            <p:spPr>
              <a:xfrm>
                <a:off x="5498438" y="4095201"/>
                <a:ext cx="36513" cy="115888"/>
              </a:xfrm>
              <a:custGeom>
                <a:rect b="b" l="l" r="r" t="t"/>
                <a:pathLst>
                  <a:path extrusionOk="0" h="73" w="23">
                    <a:moveTo>
                      <a:pt x="2" y="73"/>
                    </a:moveTo>
                    <a:lnTo>
                      <a:pt x="23"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7"/>
              <p:cNvSpPr/>
              <p:nvPr/>
            </p:nvSpPr>
            <p:spPr>
              <a:xfrm>
                <a:off x="5644488" y="4138063"/>
                <a:ext cx="39688" cy="115888"/>
              </a:xfrm>
              <a:custGeom>
                <a:rect b="b" l="l" r="r" t="t"/>
                <a:pathLst>
                  <a:path extrusionOk="0" h="73" w="25">
                    <a:moveTo>
                      <a:pt x="4" y="73"/>
                    </a:moveTo>
                    <a:lnTo>
                      <a:pt x="25" y="2"/>
                    </a:lnTo>
                    <a:lnTo>
                      <a:pt x="21" y="0"/>
                    </a:lnTo>
                    <a:lnTo>
                      <a:pt x="0" y="73"/>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7"/>
              <p:cNvSpPr/>
              <p:nvPr/>
            </p:nvSpPr>
            <p:spPr>
              <a:xfrm>
                <a:off x="5644488" y="4138063"/>
                <a:ext cx="39688" cy="115888"/>
              </a:xfrm>
              <a:custGeom>
                <a:rect b="b" l="l" r="r" t="t"/>
                <a:pathLst>
                  <a:path extrusionOk="0" h="73" w="25">
                    <a:moveTo>
                      <a:pt x="4" y="73"/>
                    </a:moveTo>
                    <a:lnTo>
                      <a:pt x="25"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7"/>
              <p:cNvSpPr/>
              <p:nvPr/>
            </p:nvSpPr>
            <p:spPr>
              <a:xfrm>
                <a:off x="5793713" y="4180926"/>
                <a:ext cx="39688" cy="114300"/>
              </a:xfrm>
              <a:custGeom>
                <a:rect b="b" l="l" r="r" t="t"/>
                <a:pathLst>
                  <a:path extrusionOk="0" h="72" w="25">
                    <a:moveTo>
                      <a:pt x="4" y="72"/>
                    </a:moveTo>
                    <a:lnTo>
                      <a:pt x="25" y="1"/>
                    </a:lnTo>
                    <a:lnTo>
                      <a:pt x="21" y="0"/>
                    </a:lnTo>
                    <a:lnTo>
                      <a:pt x="0" y="72"/>
                    </a:lnTo>
                    <a:lnTo>
                      <a:pt x="4" y="7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7"/>
              <p:cNvSpPr/>
              <p:nvPr/>
            </p:nvSpPr>
            <p:spPr>
              <a:xfrm>
                <a:off x="5793713" y="4180926"/>
                <a:ext cx="39688" cy="114300"/>
              </a:xfrm>
              <a:custGeom>
                <a:rect b="b" l="l" r="r" t="t"/>
                <a:pathLst>
                  <a:path extrusionOk="0" h="72" w="25">
                    <a:moveTo>
                      <a:pt x="4" y="72"/>
                    </a:moveTo>
                    <a:lnTo>
                      <a:pt x="25" y="1"/>
                    </a:lnTo>
                    <a:lnTo>
                      <a:pt x="21" y="0"/>
                    </a:lnTo>
                    <a:lnTo>
                      <a:pt x="0" y="72"/>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7"/>
              <p:cNvSpPr/>
              <p:nvPr/>
            </p:nvSpPr>
            <p:spPr>
              <a:xfrm>
                <a:off x="5942938" y="4225376"/>
                <a:ext cx="39688" cy="115888"/>
              </a:xfrm>
              <a:custGeom>
                <a:rect b="b" l="l" r="r" t="t"/>
                <a:pathLst>
                  <a:path extrusionOk="0" h="73" w="25">
                    <a:moveTo>
                      <a:pt x="4" y="73"/>
                    </a:moveTo>
                    <a:lnTo>
                      <a:pt x="25" y="0"/>
                    </a:lnTo>
                    <a:lnTo>
                      <a:pt x="21" y="0"/>
                    </a:lnTo>
                    <a:lnTo>
                      <a:pt x="0" y="71"/>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7"/>
              <p:cNvSpPr/>
              <p:nvPr/>
            </p:nvSpPr>
            <p:spPr>
              <a:xfrm>
                <a:off x="5942938" y="4225376"/>
                <a:ext cx="39688" cy="115888"/>
              </a:xfrm>
              <a:custGeom>
                <a:rect b="b" l="l" r="r" t="t"/>
                <a:pathLst>
                  <a:path extrusionOk="0" h="73" w="25">
                    <a:moveTo>
                      <a:pt x="4" y="73"/>
                    </a:moveTo>
                    <a:lnTo>
                      <a:pt x="25"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7"/>
              <p:cNvSpPr/>
              <p:nvPr/>
            </p:nvSpPr>
            <p:spPr>
              <a:xfrm>
                <a:off x="6092163" y="4268238"/>
                <a:ext cx="39688" cy="115888"/>
              </a:xfrm>
              <a:custGeom>
                <a:rect b="b" l="l" r="r" t="t"/>
                <a:pathLst>
                  <a:path extrusionOk="0" h="73" w="25">
                    <a:moveTo>
                      <a:pt x="4" y="73"/>
                    </a:moveTo>
                    <a:lnTo>
                      <a:pt x="25" y="0"/>
                    </a:lnTo>
                    <a:lnTo>
                      <a:pt x="21" y="0"/>
                    </a:lnTo>
                    <a:lnTo>
                      <a:pt x="0" y="73"/>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7"/>
              <p:cNvSpPr/>
              <p:nvPr/>
            </p:nvSpPr>
            <p:spPr>
              <a:xfrm>
                <a:off x="6092163" y="4268238"/>
                <a:ext cx="39688" cy="115888"/>
              </a:xfrm>
              <a:custGeom>
                <a:rect b="b" l="l" r="r" t="t"/>
                <a:pathLst>
                  <a:path extrusionOk="0" h="73" w="25">
                    <a:moveTo>
                      <a:pt x="4" y="73"/>
                    </a:moveTo>
                    <a:lnTo>
                      <a:pt x="25" y="0"/>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7"/>
              <p:cNvSpPr/>
              <p:nvPr/>
            </p:nvSpPr>
            <p:spPr>
              <a:xfrm>
                <a:off x="6241388" y="4311101"/>
                <a:ext cx="36513" cy="115888"/>
              </a:xfrm>
              <a:custGeom>
                <a:rect b="b" l="l" r="r" t="t"/>
                <a:pathLst>
                  <a:path extrusionOk="0" h="73" w="23">
                    <a:moveTo>
                      <a:pt x="2" y="73"/>
                    </a:moveTo>
                    <a:lnTo>
                      <a:pt x="23" y="2"/>
                    </a:lnTo>
                    <a:lnTo>
                      <a:pt x="21" y="0"/>
                    </a:lnTo>
                    <a:lnTo>
                      <a:pt x="0" y="73"/>
                    </a:lnTo>
                    <a:lnTo>
                      <a:pt x="2"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7"/>
              <p:cNvSpPr/>
              <p:nvPr/>
            </p:nvSpPr>
            <p:spPr>
              <a:xfrm>
                <a:off x="6241388" y="4311101"/>
                <a:ext cx="36513" cy="115888"/>
              </a:xfrm>
              <a:custGeom>
                <a:rect b="b" l="l" r="r" t="t"/>
                <a:pathLst>
                  <a:path extrusionOk="0" h="73" w="23">
                    <a:moveTo>
                      <a:pt x="2" y="73"/>
                    </a:moveTo>
                    <a:lnTo>
                      <a:pt x="23"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 name="Google Shape;224;p7"/>
              <p:cNvSpPr/>
              <p:nvPr/>
            </p:nvSpPr>
            <p:spPr>
              <a:xfrm>
                <a:off x="6390613" y="4353963"/>
                <a:ext cx="36513" cy="119063"/>
              </a:xfrm>
              <a:custGeom>
                <a:rect b="b" l="l" r="r" t="t"/>
                <a:pathLst>
                  <a:path extrusionOk="0" h="75" w="23">
                    <a:moveTo>
                      <a:pt x="2" y="75"/>
                    </a:moveTo>
                    <a:lnTo>
                      <a:pt x="23" y="2"/>
                    </a:lnTo>
                    <a:lnTo>
                      <a:pt x="21" y="0"/>
                    </a:lnTo>
                    <a:lnTo>
                      <a:pt x="0" y="73"/>
                    </a:lnTo>
                    <a:lnTo>
                      <a:pt x="2" y="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7"/>
              <p:cNvSpPr/>
              <p:nvPr/>
            </p:nvSpPr>
            <p:spPr>
              <a:xfrm>
                <a:off x="6390613" y="4353963"/>
                <a:ext cx="36513" cy="119063"/>
              </a:xfrm>
              <a:custGeom>
                <a:rect b="b" l="l" r="r" t="t"/>
                <a:pathLst>
                  <a:path extrusionOk="0" h="75" w="23">
                    <a:moveTo>
                      <a:pt x="2" y="75"/>
                    </a:moveTo>
                    <a:lnTo>
                      <a:pt x="23"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7"/>
              <p:cNvSpPr/>
              <p:nvPr/>
            </p:nvSpPr>
            <p:spPr>
              <a:xfrm>
                <a:off x="6536663" y="4400001"/>
                <a:ext cx="39688" cy="115888"/>
              </a:xfrm>
              <a:custGeom>
                <a:rect b="b" l="l" r="r" t="t"/>
                <a:pathLst>
                  <a:path extrusionOk="0" h="73" w="25">
                    <a:moveTo>
                      <a:pt x="4" y="73"/>
                    </a:moveTo>
                    <a:lnTo>
                      <a:pt x="25" y="0"/>
                    </a:lnTo>
                    <a:lnTo>
                      <a:pt x="21" y="0"/>
                    </a:lnTo>
                    <a:lnTo>
                      <a:pt x="0" y="71"/>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7"/>
              <p:cNvSpPr/>
              <p:nvPr/>
            </p:nvSpPr>
            <p:spPr>
              <a:xfrm>
                <a:off x="6536663" y="4400001"/>
                <a:ext cx="39688" cy="115888"/>
              </a:xfrm>
              <a:custGeom>
                <a:rect b="b" l="l" r="r" t="t"/>
                <a:pathLst>
                  <a:path extrusionOk="0" h="73" w="25">
                    <a:moveTo>
                      <a:pt x="4" y="73"/>
                    </a:moveTo>
                    <a:lnTo>
                      <a:pt x="25"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7"/>
              <p:cNvSpPr/>
              <p:nvPr/>
            </p:nvSpPr>
            <p:spPr>
              <a:xfrm>
                <a:off x="6685888" y="4442863"/>
                <a:ext cx="39688" cy="114300"/>
              </a:xfrm>
              <a:custGeom>
                <a:rect b="b" l="l" r="r" t="t"/>
                <a:pathLst>
                  <a:path extrusionOk="0" h="72" w="25">
                    <a:moveTo>
                      <a:pt x="4" y="72"/>
                    </a:moveTo>
                    <a:lnTo>
                      <a:pt x="25" y="0"/>
                    </a:lnTo>
                    <a:lnTo>
                      <a:pt x="21" y="0"/>
                    </a:lnTo>
                    <a:lnTo>
                      <a:pt x="0" y="72"/>
                    </a:lnTo>
                    <a:lnTo>
                      <a:pt x="4" y="7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7"/>
              <p:cNvSpPr/>
              <p:nvPr/>
            </p:nvSpPr>
            <p:spPr>
              <a:xfrm>
                <a:off x="6685888" y="4442863"/>
                <a:ext cx="39688" cy="114300"/>
              </a:xfrm>
              <a:custGeom>
                <a:rect b="b" l="l" r="r" t="t"/>
                <a:pathLst>
                  <a:path extrusionOk="0" h="72" w="25">
                    <a:moveTo>
                      <a:pt x="4" y="72"/>
                    </a:moveTo>
                    <a:lnTo>
                      <a:pt x="25" y="0"/>
                    </a:lnTo>
                    <a:lnTo>
                      <a:pt x="21" y="0"/>
                    </a:lnTo>
                    <a:lnTo>
                      <a:pt x="0" y="72"/>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7"/>
              <p:cNvSpPr/>
              <p:nvPr/>
            </p:nvSpPr>
            <p:spPr>
              <a:xfrm>
                <a:off x="6835113" y="4484138"/>
                <a:ext cx="39688" cy="115888"/>
              </a:xfrm>
              <a:custGeom>
                <a:rect b="b" l="l" r="r" t="t"/>
                <a:pathLst>
                  <a:path extrusionOk="0" h="73" w="25">
                    <a:moveTo>
                      <a:pt x="4" y="73"/>
                    </a:moveTo>
                    <a:lnTo>
                      <a:pt x="25" y="2"/>
                    </a:lnTo>
                    <a:lnTo>
                      <a:pt x="21" y="0"/>
                    </a:lnTo>
                    <a:lnTo>
                      <a:pt x="0" y="73"/>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7"/>
              <p:cNvSpPr/>
              <p:nvPr/>
            </p:nvSpPr>
            <p:spPr>
              <a:xfrm>
                <a:off x="6835113" y="4484138"/>
                <a:ext cx="39688" cy="115888"/>
              </a:xfrm>
              <a:custGeom>
                <a:rect b="b" l="l" r="r" t="t"/>
                <a:pathLst>
                  <a:path extrusionOk="0" h="73" w="25">
                    <a:moveTo>
                      <a:pt x="4" y="73"/>
                    </a:moveTo>
                    <a:lnTo>
                      <a:pt x="25"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7"/>
              <p:cNvSpPr/>
              <p:nvPr/>
            </p:nvSpPr>
            <p:spPr>
              <a:xfrm>
                <a:off x="6984338" y="4530176"/>
                <a:ext cx="39688" cy="115888"/>
              </a:xfrm>
              <a:custGeom>
                <a:rect b="b" l="l" r="r" t="t"/>
                <a:pathLst>
                  <a:path extrusionOk="0" h="73" w="25">
                    <a:moveTo>
                      <a:pt x="4" y="73"/>
                    </a:moveTo>
                    <a:lnTo>
                      <a:pt x="25" y="0"/>
                    </a:lnTo>
                    <a:lnTo>
                      <a:pt x="21" y="0"/>
                    </a:lnTo>
                    <a:lnTo>
                      <a:pt x="0" y="71"/>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 name="Google Shape;233;p7"/>
              <p:cNvSpPr/>
              <p:nvPr/>
            </p:nvSpPr>
            <p:spPr>
              <a:xfrm>
                <a:off x="6984338" y="4530176"/>
                <a:ext cx="39688" cy="115888"/>
              </a:xfrm>
              <a:custGeom>
                <a:rect b="b" l="l" r="r" t="t"/>
                <a:pathLst>
                  <a:path extrusionOk="0" h="73" w="25">
                    <a:moveTo>
                      <a:pt x="4" y="73"/>
                    </a:moveTo>
                    <a:lnTo>
                      <a:pt x="25"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7"/>
              <p:cNvSpPr/>
              <p:nvPr/>
            </p:nvSpPr>
            <p:spPr>
              <a:xfrm>
                <a:off x="7133563" y="4573038"/>
                <a:ext cx="36513" cy="115888"/>
              </a:xfrm>
              <a:custGeom>
                <a:rect b="b" l="l" r="r" t="t"/>
                <a:pathLst>
                  <a:path extrusionOk="0" h="73" w="23">
                    <a:moveTo>
                      <a:pt x="2" y="73"/>
                    </a:moveTo>
                    <a:lnTo>
                      <a:pt x="23" y="0"/>
                    </a:lnTo>
                    <a:lnTo>
                      <a:pt x="21" y="0"/>
                    </a:lnTo>
                    <a:lnTo>
                      <a:pt x="0" y="71"/>
                    </a:lnTo>
                    <a:lnTo>
                      <a:pt x="2"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 name="Google Shape;235;p7"/>
              <p:cNvSpPr/>
              <p:nvPr/>
            </p:nvSpPr>
            <p:spPr>
              <a:xfrm>
                <a:off x="7133563" y="4573038"/>
                <a:ext cx="36513" cy="115888"/>
              </a:xfrm>
              <a:custGeom>
                <a:rect b="b" l="l" r="r" t="t"/>
                <a:pathLst>
                  <a:path extrusionOk="0" h="73" w="23">
                    <a:moveTo>
                      <a:pt x="2" y="73"/>
                    </a:moveTo>
                    <a:lnTo>
                      <a:pt x="23"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 name="Google Shape;236;p7"/>
              <p:cNvSpPr/>
              <p:nvPr/>
            </p:nvSpPr>
            <p:spPr>
              <a:xfrm>
                <a:off x="5571463" y="4115838"/>
                <a:ext cx="39688" cy="115888"/>
              </a:xfrm>
              <a:custGeom>
                <a:rect b="b" l="l" r="r" t="t"/>
                <a:pathLst>
                  <a:path extrusionOk="0" h="73" w="25">
                    <a:moveTo>
                      <a:pt x="4" y="73"/>
                    </a:moveTo>
                    <a:lnTo>
                      <a:pt x="25" y="0"/>
                    </a:lnTo>
                    <a:lnTo>
                      <a:pt x="21" y="0"/>
                    </a:lnTo>
                    <a:lnTo>
                      <a:pt x="0" y="73"/>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 name="Google Shape;237;p7"/>
              <p:cNvSpPr/>
              <p:nvPr/>
            </p:nvSpPr>
            <p:spPr>
              <a:xfrm>
                <a:off x="5571463" y="4115838"/>
                <a:ext cx="39688" cy="115888"/>
              </a:xfrm>
              <a:custGeom>
                <a:rect b="b" l="l" r="r" t="t"/>
                <a:pathLst>
                  <a:path extrusionOk="0" h="73" w="25">
                    <a:moveTo>
                      <a:pt x="4" y="73"/>
                    </a:moveTo>
                    <a:lnTo>
                      <a:pt x="25" y="0"/>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 name="Google Shape;238;p7"/>
              <p:cNvSpPr/>
              <p:nvPr/>
            </p:nvSpPr>
            <p:spPr>
              <a:xfrm>
                <a:off x="5720688" y="4158701"/>
                <a:ext cx="39688" cy="115888"/>
              </a:xfrm>
              <a:custGeom>
                <a:rect b="b" l="l" r="r" t="t"/>
                <a:pathLst>
                  <a:path extrusionOk="0" h="73" w="25">
                    <a:moveTo>
                      <a:pt x="4" y="73"/>
                    </a:moveTo>
                    <a:lnTo>
                      <a:pt x="25" y="2"/>
                    </a:lnTo>
                    <a:lnTo>
                      <a:pt x="21" y="0"/>
                    </a:lnTo>
                    <a:lnTo>
                      <a:pt x="0" y="73"/>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7"/>
              <p:cNvSpPr/>
              <p:nvPr/>
            </p:nvSpPr>
            <p:spPr>
              <a:xfrm>
                <a:off x="5720688" y="4158701"/>
                <a:ext cx="39688" cy="115888"/>
              </a:xfrm>
              <a:custGeom>
                <a:rect b="b" l="l" r="r" t="t"/>
                <a:pathLst>
                  <a:path extrusionOk="0" h="73" w="25">
                    <a:moveTo>
                      <a:pt x="4" y="73"/>
                    </a:moveTo>
                    <a:lnTo>
                      <a:pt x="25"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 name="Google Shape;240;p7"/>
              <p:cNvSpPr/>
              <p:nvPr/>
            </p:nvSpPr>
            <p:spPr>
              <a:xfrm>
                <a:off x="5869913" y="4201563"/>
                <a:ext cx="36513" cy="119063"/>
              </a:xfrm>
              <a:custGeom>
                <a:rect b="b" l="l" r="r" t="t"/>
                <a:pathLst>
                  <a:path extrusionOk="0" h="75" w="23">
                    <a:moveTo>
                      <a:pt x="2" y="75"/>
                    </a:moveTo>
                    <a:lnTo>
                      <a:pt x="23" y="2"/>
                    </a:lnTo>
                    <a:lnTo>
                      <a:pt x="21" y="0"/>
                    </a:lnTo>
                    <a:lnTo>
                      <a:pt x="0" y="73"/>
                    </a:lnTo>
                    <a:lnTo>
                      <a:pt x="2" y="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 name="Google Shape;241;p7"/>
              <p:cNvSpPr/>
              <p:nvPr/>
            </p:nvSpPr>
            <p:spPr>
              <a:xfrm>
                <a:off x="5869913" y="4201563"/>
                <a:ext cx="36513" cy="119063"/>
              </a:xfrm>
              <a:custGeom>
                <a:rect b="b" l="l" r="r" t="t"/>
                <a:pathLst>
                  <a:path extrusionOk="0" h="75" w="23">
                    <a:moveTo>
                      <a:pt x="2" y="75"/>
                    </a:moveTo>
                    <a:lnTo>
                      <a:pt x="23"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7"/>
              <p:cNvSpPr/>
              <p:nvPr/>
            </p:nvSpPr>
            <p:spPr>
              <a:xfrm>
                <a:off x="6015963" y="4247601"/>
                <a:ext cx="39688" cy="115888"/>
              </a:xfrm>
              <a:custGeom>
                <a:rect b="b" l="l" r="r" t="t"/>
                <a:pathLst>
                  <a:path extrusionOk="0" h="73" w="25">
                    <a:moveTo>
                      <a:pt x="4" y="73"/>
                    </a:moveTo>
                    <a:lnTo>
                      <a:pt x="25" y="0"/>
                    </a:lnTo>
                    <a:lnTo>
                      <a:pt x="21" y="0"/>
                    </a:lnTo>
                    <a:lnTo>
                      <a:pt x="0" y="71"/>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 name="Google Shape;243;p7"/>
              <p:cNvSpPr/>
              <p:nvPr/>
            </p:nvSpPr>
            <p:spPr>
              <a:xfrm>
                <a:off x="6015963" y="4247601"/>
                <a:ext cx="39688" cy="115888"/>
              </a:xfrm>
              <a:custGeom>
                <a:rect b="b" l="l" r="r" t="t"/>
                <a:pathLst>
                  <a:path extrusionOk="0" h="73" w="25">
                    <a:moveTo>
                      <a:pt x="4" y="73"/>
                    </a:moveTo>
                    <a:lnTo>
                      <a:pt x="25"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4" name="Google Shape;244;p7"/>
              <p:cNvSpPr/>
              <p:nvPr/>
            </p:nvSpPr>
            <p:spPr>
              <a:xfrm>
                <a:off x="6165188" y="4290463"/>
                <a:ext cx="39688" cy="114300"/>
              </a:xfrm>
              <a:custGeom>
                <a:rect b="b" l="l" r="r" t="t"/>
                <a:pathLst>
                  <a:path extrusionOk="0" h="72" w="25">
                    <a:moveTo>
                      <a:pt x="4" y="72"/>
                    </a:moveTo>
                    <a:lnTo>
                      <a:pt x="25" y="1"/>
                    </a:lnTo>
                    <a:lnTo>
                      <a:pt x="21" y="0"/>
                    </a:lnTo>
                    <a:lnTo>
                      <a:pt x="0" y="72"/>
                    </a:lnTo>
                    <a:lnTo>
                      <a:pt x="4" y="7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7"/>
              <p:cNvSpPr/>
              <p:nvPr/>
            </p:nvSpPr>
            <p:spPr>
              <a:xfrm>
                <a:off x="6165188" y="4290463"/>
                <a:ext cx="39688" cy="114300"/>
              </a:xfrm>
              <a:custGeom>
                <a:rect b="b" l="l" r="r" t="t"/>
                <a:pathLst>
                  <a:path extrusionOk="0" h="72" w="25">
                    <a:moveTo>
                      <a:pt x="4" y="72"/>
                    </a:moveTo>
                    <a:lnTo>
                      <a:pt x="25" y="1"/>
                    </a:lnTo>
                    <a:lnTo>
                      <a:pt x="21" y="0"/>
                    </a:lnTo>
                    <a:lnTo>
                      <a:pt x="0" y="72"/>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7"/>
              <p:cNvSpPr/>
              <p:nvPr/>
            </p:nvSpPr>
            <p:spPr>
              <a:xfrm>
                <a:off x="6314413" y="4331738"/>
                <a:ext cx="39688" cy="115888"/>
              </a:xfrm>
              <a:custGeom>
                <a:rect b="b" l="l" r="r" t="t"/>
                <a:pathLst>
                  <a:path extrusionOk="0" h="73" w="25">
                    <a:moveTo>
                      <a:pt x="4" y="73"/>
                    </a:moveTo>
                    <a:lnTo>
                      <a:pt x="25" y="2"/>
                    </a:lnTo>
                    <a:lnTo>
                      <a:pt x="21" y="0"/>
                    </a:lnTo>
                    <a:lnTo>
                      <a:pt x="0" y="73"/>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7"/>
              <p:cNvSpPr/>
              <p:nvPr/>
            </p:nvSpPr>
            <p:spPr>
              <a:xfrm>
                <a:off x="6314413" y="4331738"/>
                <a:ext cx="39688" cy="115888"/>
              </a:xfrm>
              <a:custGeom>
                <a:rect b="b" l="l" r="r" t="t"/>
                <a:pathLst>
                  <a:path extrusionOk="0" h="73" w="25">
                    <a:moveTo>
                      <a:pt x="4" y="73"/>
                    </a:moveTo>
                    <a:lnTo>
                      <a:pt x="25"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 name="Google Shape;248;p7"/>
              <p:cNvSpPr/>
              <p:nvPr/>
            </p:nvSpPr>
            <p:spPr>
              <a:xfrm>
                <a:off x="6463638" y="4377776"/>
                <a:ext cx="39688" cy="115888"/>
              </a:xfrm>
              <a:custGeom>
                <a:rect b="b" l="l" r="r" t="t"/>
                <a:pathLst>
                  <a:path extrusionOk="0" h="73" w="25">
                    <a:moveTo>
                      <a:pt x="4" y="73"/>
                    </a:moveTo>
                    <a:lnTo>
                      <a:pt x="25" y="0"/>
                    </a:lnTo>
                    <a:lnTo>
                      <a:pt x="21" y="0"/>
                    </a:lnTo>
                    <a:lnTo>
                      <a:pt x="0" y="71"/>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7"/>
              <p:cNvSpPr/>
              <p:nvPr/>
            </p:nvSpPr>
            <p:spPr>
              <a:xfrm>
                <a:off x="6463638" y="4377776"/>
                <a:ext cx="39688" cy="115888"/>
              </a:xfrm>
              <a:custGeom>
                <a:rect b="b" l="l" r="r" t="t"/>
                <a:pathLst>
                  <a:path extrusionOk="0" h="73" w="25">
                    <a:moveTo>
                      <a:pt x="4" y="73"/>
                    </a:moveTo>
                    <a:lnTo>
                      <a:pt x="25"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7"/>
              <p:cNvSpPr/>
              <p:nvPr/>
            </p:nvSpPr>
            <p:spPr>
              <a:xfrm>
                <a:off x="6612863" y="4420638"/>
                <a:ext cx="36513" cy="115888"/>
              </a:xfrm>
              <a:custGeom>
                <a:rect b="b" l="l" r="r" t="t"/>
                <a:pathLst>
                  <a:path extrusionOk="0" h="73" w="23">
                    <a:moveTo>
                      <a:pt x="2" y="73"/>
                    </a:moveTo>
                    <a:lnTo>
                      <a:pt x="23" y="0"/>
                    </a:lnTo>
                    <a:lnTo>
                      <a:pt x="21" y="0"/>
                    </a:lnTo>
                    <a:lnTo>
                      <a:pt x="0" y="71"/>
                    </a:lnTo>
                    <a:lnTo>
                      <a:pt x="2"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 name="Google Shape;251;p7"/>
              <p:cNvSpPr/>
              <p:nvPr/>
            </p:nvSpPr>
            <p:spPr>
              <a:xfrm>
                <a:off x="6612863" y="4420638"/>
                <a:ext cx="36513" cy="115888"/>
              </a:xfrm>
              <a:custGeom>
                <a:rect b="b" l="l" r="r" t="t"/>
                <a:pathLst>
                  <a:path extrusionOk="0" h="73" w="23">
                    <a:moveTo>
                      <a:pt x="2" y="73"/>
                    </a:moveTo>
                    <a:lnTo>
                      <a:pt x="23"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 name="Google Shape;252;p7"/>
              <p:cNvSpPr/>
              <p:nvPr/>
            </p:nvSpPr>
            <p:spPr>
              <a:xfrm>
                <a:off x="6762088" y="4463501"/>
                <a:ext cx="36513" cy="115888"/>
              </a:xfrm>
              <a:custGeom>
                <a:rect b="b" l="l" r="r" t="t"/>
                <a:pathLst>
                  <a:path extrusionOk="0" h="73" w="23">
                    <a:moveTo>
                      <a:pt x="2" y="73"/>
                    </a:moveTo>
                    <a:lnTo>
                      <a:pt x="23" y="2"/>
                    </a:lnTo>
                    <a:lnTo>
                      <a:pt x="21" y="0"/>
                    </a:lnTo>
                    <a:lnTo>
                      <a:pt x="0" y="73"/>
                    </a:lnTo>
                    <a:lnTo>
                      <a:pt x="2"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7"/>
              <p:cNvSpPr/>
              <p:nvPr/>
            </p:nvSpPr>
            <p:spPr>
              <a:xfrm>
                <a:off x="6762088" y="4463501"/>
                <a:ext cx="36513" cy="115888"/>
              </a:xfrm>
              <a:custGeom>
                <a:rect b="b" l="l" r="r" t="t"/>
                <a:pathLst>
                  <a:path extrusionOk="0" h="73" w="23">
                    <a:moveTo>
                      <a:pt x="2" y="73"/>
                    </a:moveTo>
                    <a:lnTo>
                      <a:pt x="23"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7"/>
              <p:cNvSpPr/>
              <p:nvPr/>
            </p:nvSpPr>
            <p:spPr>
              <a:xfrm>
                <a:off x="6908138" y="4506363"/>
                <a:ext cx="39688" cy="119063"/>
              </a:xfrm>
              <a:custGeom>
                <a:rect b="b" l="l" r="r" t="t"/>
                <a:pathLst>
                  <a:path extrusionOk="0" h="75" w="25">
                    <a:moveTo>
                      <a:pt x="4" y="75"/>
                    </a:moveTo>
                    <a:lnTo>
                      <a:pt x="25" y="2"/>
                    </a:lnTo>
                    <a:lnTo>
                      <a:pt x="21" y="0"/>
                    </a:lnTo>
                    <a:lnTo>
                      <a:pt x="0" y="73"/>
                    </a:lnTo>
                    <a:lnTo>
                      <a:pt x="4" y="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7"/>
              <p:cNvSpPr/>
              <p:nvPr/>
            </p:nvSpPr>
            <p:spPr>
              <a:xfrm>
                <a:off x="6908138" y="4506363"/>
                <a:ext cx="39688" cy="119063"/>
              </a:xfrm>
              <a:custGeom>
                <a:rect b="b" l="l" r="r" t="t"/>
                <a:pathLst>
                  <a:path extrusionOk="0" h="75" w="25">
                    <a:moveTo>
                      <a:pt x="4" y="75"/>
                    </a:moveTo>
                    <a:lnTo>
                      <a:pt x="25" y="2"/>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7"/>
              <p:cNvSpPr/>
              <p:nvPr/>
            </p:nvSpPr>
            <p:spPr>
              <a:xfrm>
                <a:off x="7057363" y="4552401"/>
                <a:ext cx="39688" cy="115888"/>
              </a:xfrm>
              <a:custGeom>
                <a:rect b="b" l="l" r="r" t="t"/>
                <a:pathLst>
                  <a:path extrusionOk="0" h="73" w="25">
                    <a:moveTo>
                      <a:pt x="4" y="73"/>
                    </a:moveTo>
                    <a:lnTo>
                      <a:pt x="25" y="0"/>
                    </a:lnTo>
                    <a:lnTo>
                      <a:pt x="21" y="0"/>
                    </a:lnTo>
                    <a:lnTo>
                      <a:pt x="0" y="71"/>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7"/>
              <p:cNvSpPr/>
              <p:nvPr/>
            </p:nvSpPr>
            <p:spPr>
              <a:xfrm>
                <a:off x="7057363" y="4552401"/>
                <a:ext cx="39688" cy="115888"/>
              </a:xfrm>
              <a:custGeom>
                <a:rect b="b" l="l" r="r" t="t"/>
                <a:pathLst>
                  <a:path extrusionOk="0" h="73" w="25">
                    <a:moveTo>
                      <a:pt x="4" y="73"/>
                    </a:moveTo>
                    <a:lnTo>
                      <a:pt x="25" y="0"/>
                    </a:lnTo>
                    <a:lnTo>
                      <a:pt x="21" y="0"/>
                    </a:lnTo>
                    <a:lnTo>
                      <a:pt x="0" y="71"/>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7"/>
              <p:cNvSpPr/>
              <p:nvPr/>
            </p:nvSpPr>
            <p:spPr>
              <a:xfrm>
                <a:off x="7206588" y="4593676"/>
                <a:ext cx="39688" cy="115888"/>
              </a:xfrm>
              <a:custGeom>
                <a:rect b="b" l="l" r="r" t="t"/>
                <a:pathLst>
                  <a:path extrusionOk="0" h="73" w="25">
                    <a:moveTo>
                      <a:pt x="4" y="73"/>
                    </a:moveTo>
                    <a:lnTo>
                      <a:pt x="25" y="0"/>
                    </a:lnTo>
                    <a:lnTo>
                      <a:pt x="21" y="0"/>
                    </a:lnTo>
                    <a:lnTo>
                      <a:pt x="0" y="73"/>
                    </a:lnTo>
                    <a:lnTo>
                      <a:pt x="4" y="7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 name="Google Shape;259;p7"/>
              <p:cNvSpPr/>
              <p:nvPr/>
            </p:nvSpPr>
            <p:spPr>
              <a:xfrm>
                <a:off x="7206588" y="4593676"/>
                <a:ext cx="39688" cy="115888"/>
              </a:xfrm>
              <a:custGeom>
                <a:rect b="b" l="l" r="r" t="t"/>
                <a:pathLst>
                  <a:path extrusionOk="0" h="73" w="25">
                    <a:moveTo>
                      <a:pt x="4" y="73"/>
                    </a:moveTo>
                    <a:lnTo>
                      <a:pt x="25" y="0"/>
                    </a:lnTo>
                    <a:lnTo>
                      <a:pt x="21" y="0"/>
                    </a:lnTo>
                    <a:lnTo>
                      <a:pt x="0" y="73"/>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0" name="Google Shape;260;p7"/>
            <p:cNvGrpSpPr/>
            <p:nvPr/>
          </p:nvGrpSpPr>
          <p:grpSpPr>
            <a:xfrm rot="-10580157">
              <a:off x="8103264" y="4434893"/>
              <a:ext cx="363973" cy="216195"/>
              <a:chOff x="6191763" y="4215150"/>
              <a:chExt cx="261938" cy="155576"/>
            </a:xfrm>
          </p:grpSpPr>
          <p:sp>
            <p:nvSpPr>
              <p:cNvPr id="261" name="Google Shape;261;p7"/>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7"/>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3" name="Google Shape;263;p7"/>
            <p:cNvGrpSpPr/>
            <p:nvPr/>
          </p:nvGrpSpPr>
          <p:grpSpPr>
            <a:xfrm rot="1425875">
              <a:off x="-288869" y="639039"/>
              <a:ext cx="879426" cy="483394"/>
              <a:chOff x="6250913" y="1598225"/>
              <a:chExt cx="958850" cy="527051"/>
            </a:xfrm>
          </p:grpSpPr>
          <p:sp>
            <p:nvSpPr>
              <p:cNvPr id="264" name="Google Shape;264;p7"/>
              <p:cNvSpPr/>
              <p:nvPr/>
            </p:nvSpPr>
            <p:spPr>
              <a:xfrm>
                <a:off x="6250912" y="1598225"/>
                <a:ext cx="958850" cy="527050"/>
              </a:xfrm>
              <a:custGeom>
                <a:rect b="b" l="l" r="r" t="t"/>
                <a:pathLst>
                  <a:path extrusionOk="0" h="173" w="315">
                    <a:moveTo>
                      <a:pt x="305" y="131"/>
                    </a:moveTo>
                    <a:cubicBezTo>
                      <a:pt x="301" y="156"/>
                      <a:pt x="278" y="173"/>
                      <a:pt x="253" y="170"/>
                    </a:cubicBezTo>
                    <a:cubicBezTo>
                      <a:pt x="42" y="140"/>
                      <a:pt x="42" y="140"/>
                      <a:pt x="42" y="140"/>
                    </a:cubicBezTo>
                    <a:cubicBezTo>
                      <a:pt x="17" y="136"/>
                      <a:pt x="0" y="113"/>
                      <a:pt x="4" y="88"/>
                    </a:cubicBezTo>
                    <a:cubicBezTo>
                      <a:pt x="10" y="43"/>
                      <a:pt x="10" y="43"/>
                      <a:pt x="10" y="43"/>
                    </a:cubicBezTo>
                    <a:cubicBezTo>
                      <a:pt x="14" y="18"/>
                      <a:pt x="37" y="0"/>
                      <a:pt x="62" y="4"/>
                    </a:cubicBezTo>
                    <a:cubicBezTo>
                      <a:pt x="272" y="34"/>
                      <a:pt x="272" y="34"/>
                      <a:pt x="272" y="34"/>
                    </a:cubicBezTo>
                    <a:cubicBezTo>
                      <a:pt x="297" y="37"/>
                      <a:pt x="315" y="61"/>
                      <a:pt x="311" y="86"/>
                    </a:cubicBezTo>
                    <a:lnTo>
                      <a:pt x="305" y="13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7"/>
              <p:cNvSpPr/>
              <p:nvPr/>
            </p:nvSpPr>
            <p:spPr>
              <a:xfrm>
                <a:off x="6698588" y="1656963"/>
                <a:ext cx="511175" cy="468313"/>
              </a:xfrm>
              <a:custGeom>
                <a:rect b="b" l="l" r="r" t="t"/>
                <a:pathLst>
                  <a:path extrusionOk="0" h="154" w="168">
                    <a:moveTo>
                      <a:pt x="19" y="0"/>
                    </a:moveTo>
                    <a:cubicBezTo>
                      <a:pt x="125" y="15"/>
                      <a:pt x="125" y="15"/>
                      <a:pt x="125" y="15"/>
                    </a:cubicBezTo>
                    <a:cubicBezTo>
                      <a:pt x="150" y="18"/>
                      <a:pt x="168" y="42"/>
                      <a:pt x="164" y="67"/>
                    </a:cubicBezTo>
                    <a:cubicBezTo>
                      <a:pt x="158" y="112"/>
                      <a:pt x="158" y="112"/>
                      <a:pt x="158" y="112"/>
                    </a:cubicBezTo>
                    <a:cubicBezTo>
                      <a:pt x="154" y="137"/>
                      <a:pt x="131" y="154"/>
                      <a:pt x="106" y="151"/>
                    </a:cubicBezTo>
                    <a:cubicBezTo>
                      <a:pt x="0" y="136"/>
                      <a:pt x="0" y="136"/>
                      <a:pt x="0" y="136"/>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7"/>
              <p:cNvSpPr/>
              <p:nvPr/>
            </p:nvSpPr>
            <p:spPr>
              <a:xfrm>
                <a:off x="6306475" y="1650613"/>
                <a:ext cx="849313" cy="427038"/>
              </a:xfrm>
              <a:custGeom>
                <a:rect b="b" l="l" r="r" t="t"/>
                <a:pathLst>
                  <a:path extrusionOk="0" h="140" w="279">
                    <a:moveTo>
                      <a:pt x="271" y="107"/>
                    </a:moveTo>
                    <a:cubicBezTo>
                      <a:pt x="268" y="106"/>
                      <a:pt x="268" y="106"/>
                      <a:pt x="268" y="106"/>
                    </a:cubicBezTo>
                    <a:cubicBezTo>
                      <a:pt x="267" y="114"/>
                      <a:pt x="262" y="121"/>
                      <a:pt x="256" y="126"/>
                    </a:cubicBezTo>
                    <a:cubicBezTo>
                      <a:pt x="249" y="131"/>
                      <a:pt x="241" y="134"/>
                      <a:pt x="232" y="134"/>
                    </a:cubicBezTo>
                    <a:cubicBezTo>
                      <a:pt x="230" y="134"/>
                      <a:pt x="228" y="134"/>
                      <a:pt x="226" y="133"/>
                    </a:cubicBezTo>
                    <a:cubicBezTo>
                      <a:pt x="39" y="107"/>
                      <a:pt x="39" y="107"/>
                      <a:pt x="39" y="107"/>
                    </a:cubicBezTo>
                    <a:cubicBezTo>
                      <a:pt x="29" y="105"/>
                      <a:pt x="21" y="101"/>
                      <a:pt x="15" y="95"/>
                    </a:cubicBezTo>
                    <a:cubicBezTo>
                      <a:pt x="9" y="89"/>
                      <a:pt x="5" y="81"/>
                      <a:pt x="5" y="73"/>
                    </a:cubicBezTo>
                    <a:cubicBezTo>
                      <a:pt x="5" y="72"/>
                      <a:pt x="6" y="70"/>
                      <a:pt x="6" y="69"/>
                    </a:cubicBezTo>
                    <a:cubicBezTo>
                      <a:pt x="11" y="34"/>
                      <a:pt x="11" y="34"/>
                      <a:pt x="11" y="34"/>
                    </a:cubicBezTo>
                    <a:cubicBezTo>
                      <a:pt x="12" y="25"/>
                      <a:pt x="16" y="19"/>
                      <a:pt x="23" y="14"/>
                    </a:cubicBezTo>
                    <a:cubicBezTo>
                      <a:pt x="29" y="9"/>
                      <a:pt x="38" y="6"/>
                      <a:pt x="47" y="6"/>
                    </a:cubicBezTo>
                    <a:cubicBezTo>
                      <a:pt x="49" y="6"/>
                      <a:pt x="51" y="6"/>
                      <a:pt x="53" y="6"/>
                    </a:cubicBezTo>
                    <a:cubicBezTo>
                      <a:pt x="240" y="33"/>
                      <a:pt x="240" y="33"/>
                      <a:pt x="240" y="33"/>
                    </a:cubicBezTo>
                    <a:cubicBezTo>
                      <a:pt x="250" y="34"/>
                      <a:pt x="258" y="39"/>
                      <a:pt x="264" y="45"/>
                    </a:cubicBezTo>
                    <a:cubicBezTo>
                      <a:pt x="270" y="51"/>
                      <a:pt x="273" y="59"/>
                      <a:pt x="273" y="67"/>
                    </a:cubicBezTo>
                    <a:cubicBezTo>
                      <a:pt x="273" y="68"/>
                      <a:pt x="273" y="69"/>
                      <a:pt x="273" y="71"/>
                    </a:cubicBezTo>
                    <a:cubicBezTo>
                      <a:pt x="268" y="106"/>
                      <a:pt x="268" y="106"/>
                      <a:pt x="268" y="106"/>
                    </a:cubicBezTo>
                    <a:cubicBezTo>
                      <a:pt x="271" y="107"/>
                      <a:pt x="271" y="107"/>
                      <a:pt x="271" y="107"/>
                    </a:cubicBezTo>
                    <a:cubicBezTo>
                      <a:pt x="274" y="107"/>
                      <a:pt x="274" y="107"/>
                      <a:pt x="274" y="107"/>
                    </a:cubicBezTo>
                    <a:cubicBezTo>
                      <a:pt x="279" y="72"/>
                      <a:pt x="279" y="72"/>
                      <a:pt x="279" y="72"/>
                    </a:cubicBezTo>
                    <a:cubicBezTo>
                      <a:pt x="279" y="70"/>
                      <a:pt x="279" y="68"/>
                      <a:pt x="279" y="67"/>
                    </a:cubicBezTo>
                    <a:cubicBezTo>
                      <a:pt x="279" y="57"/>
                      <a:pt x="275" y="48"/>
                      <a:pt x="268" y="41"/>
                    </a:cubicBezTo>
                    <a:cubicBezTo>
                      <a:pt x="261" y="34"/>
                      <a:pt x="252" y="29"/>
                      <a:pt x="241" y="27"/>
                    </a:cubicBezTo>
                    <a:cubicBezTo>
                      <a:pt x="54" y="0"/>
                      <a:pt x="54" y="0"/>
                      <a:pt x="54" y="0"/>
                    </a:cubicBezTo>
                    <a:cubicBezTo>
                      <a:pt x="51" y="0"/>
                      <a:pt x="49" y="0"/>
                      <a:pt x="47" y="0"/>
                    </a:cubicBezTo>
                    <a:cubicBezTo>
                      <a:pt x="36" y="0"/>
                      <a:pt x="27" y="3"/>
                      <a:pt x="19" y="9"/>
                    </a:cubicBezTo>
                    <a:cubicBezTo>
                      <a:pt x="12" y="15"/>
                      <a:pt x="6" y="23"/>
                      <a:pt x="5" y="33"/>
                    </a:cubicBezTo>
                    <a:cubicBezTo>
                      <a:pt x="0" y="68"/>
                      <a:pt x="0" y="68"/>
                      <a:pt x="0" y="68"/>
                    </a:cubicBezTo>
                    <a:cubicBezTo>
                      <a:pt x="0" y="70"/>
                      <a:pt x="0" y="71"/>
                      <a:pt x="0" y="73"/>
                    </a:cubicBezTo>
                    <a:cubicBezTo>
                      <a:pt x="0" y="83"/>
                      <a:pt x="4" y="92"/>
                      <a:pt x="10" y="99"/>
                    </a:cubicBezTo>
                    <a:cubicBezTo>
                      <a:pt x="17" y="106"/>
                      <a:pt x="27" y="111"/>
                      <a:pt x="38" y="113"/>
                    </a:cubicBezTo>
                    <a:cubicBezTo>
                      <a:pt x="225" y="139"/>
                      <a:pt x="225" y="139"/>
                      <a:pt x="225" y="139"/>
                    </a:cubicBezTo>
                    <a:cubicBezTo>
                      <a:pt x="227" y="140"/>
                      <a:pt x="230" y="140"/>
                      <a:pt x="232" y="140"/>
                    </a:cubicBezTo>
                    <a:cubicBezTo>
                      <a:pt x="242" y="140"/>
                      <a:pt x="252" y="137"/>
                      <a:pt x="259" y="131"/>
                    </a:cubicBezTo>
                    <a:cubicBezTo>
                      <a:pt x="267" y="125"/>
                      <a:pt x="272" y="117"/>
                      <a:pt x="274" y="107"/>
                    </a:cubicBezTo>
                    <a:lnTo>
                      <a:pt x="271" y="107"/>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7" name="Shape 267"/>
        <p:cNvGrpSpPr/>
        <p:nvPr/>
      </p:nvGrpSpPr>
      <p:grpSpPr>
        <a:xfrm>
          <a:off x="0" y="0"/>
          <a:ext cx="0" cy="0"/>
          <a:chOff x="0" y="0"/>
          <a:chExt cx="0" cy="0"/>
        </a:xfrm>
      </p:grpSpPr>
      <p:pic>
        <p:nvPicPr>
          <p:cNvPr id="268" name="Google Shape;268;p8"/>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269" name="Google Shape;269;p8"/>
          <p:cNvSpPr txBox="1"/>
          <p:nvPr>
            <p:ph type="title"/>
          </p:nvPr>
        </p:nvSpPr>
        <p:spPr>
          <a:xfrm>
            <a:off x="1746750" y="1710100"/>
            <a:ext cx="5650500" cy="15930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6000"/>
              <a:buNone/>
              <a:defRPr b="0" sz="5000">
                <a:latin typeface="Nunito Black"/>
                <a:ea typeface="Nunito Black"/>
                <a:cs typeface="Nunito Black"/>
                <a:sym typeface="Nunito Black"/>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270" name="Google Shape;270;p8"/>
          <p:cNvGrpSpPr/>
          <p:nvPr/>
        </p:nvGrpSpPr>
        <p:grpSpPr>
          <a:xfrm>
            <a:off x="1428517" y="2344206"/>
            <a:ext cx="7391280" cy="3342464"/>
            <a:chOff x="1428517" y="2344206"/>
            <a:chExt cx="7391280" cy="3342464"/>
          </a:xfrm>
        </p:grpSpPr>
        <p:grpSp>
          <p:nvGrpSpPr>
            <p:cNvPr id="271" name="Google Shape;271;p8"/>
            <p:cNvGrpSpPr/>
            <p:nvPr/>
          </p:nvGrpSpPr>
          <p:grpSpPr>
            <a:xfrm>
              <a:off x="8308355" y="2344206"/>
              <a:ext cx="511443" cy="753371"/>
              <a:chOff x="8940901" y="497675"/>
              <a:chExt cx="1147762" cy="1690688"/>
            </a:xfrm>
          </p:grpSpPr>
          <p:sp>
            <p:nvSpPr>
              <p:cNvPr id="272" name="Google Shape;272;p8"/>
              <p:cNvSpPr/>
              <p:nvPr/>
            </p:nvSpPr>
            <p:spPr>
              <a:xfrm>
                <a:off x="9815613" y="497675"/>
                <a:ext cx="273050" cy="298450"/>
              </a:xfrm>
              <a:custGeom>
                <a:rect b="b" l="l" r="r" t="t"/>
                <a:pathLst>
                  <a:path extrusionOk="0" h="98" w="90">
                    <a:moveTo>
                      <a:pt x="0" y="75"/>
                    </a:moveTo>
                    <a:cubicBezTo>
                      <a:pt x="12" y="52"/>
                      <a:pt x="26" y="23"/>
                      <a:pt x="40" y="0"/>
                    </a:cubicBezTo>
                    <a:cubicBezTo>
                      <a:pt x="90" y="20"/>
                      <a:pt x="59" y="67"/>
                      <a:pt x="42" y="98"/>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8"/>
              <p:cNvSpPr/>
              <p:nvPr/>
            </p:nvSpPr>
            <p:spPr>
              <a:xfrm>
                <a:off x="9467951" y="667538"/>
                <a:ext cx="538163" cy="554038"/>
              </a:xfrm>
              <a:custGeom>
                <a:rect b="b" l="l" r="r" t="t"/>
                <a:pathLst>
                  <a:path extrusionOk="0" h="182" w="177">
                    <a:moveTo>
                      <a:pt x="0" y="102"/>
                    </a:moveTo>
                    <a:cubicBezTo>
                      <a:pt x="6" y="93"/>
                      <a:pt x="7" y="82"/>
                      <a:pt x="14" y="75"/>
                    </a:cubicBezTo>
                    <a:cubicBezTo>
                      <a:pt x="28" y="61"/>
                      <a:pt x="21" y="64"/>
                      <a:pt x="39" y="65"/>
                    </a:cubicBezTo>
                    <a:cubicBezTo>
                      <a:pt x="66" y="67"/>
                      <a:pt x="73" y="68"/>
                      <a:pt x="91" y="42"/>
                    </a:cubicBezTo>
                    <a:cubicBezTo>
                      <a:pt x="104" y="21"/>
                      <a:pt x="106" y="0"/>
                      <a:pt x="106" y="0"/>
                    </a:cubicBezTo>
                    <a:cubicBezTo>
                      <a:pt x="119" y="4"/>
                      <a:pt x="164" y="28"/>
                      <a:pt x="174" y="37"/>
                    </a:cubicBezTo>
                    <a:cubicBezTo>
                      <a:pt x="150" y="53"/>
                      <a:pt x="129" y="94"/>
                      <a:pt x="149" y="118"/>
                    </a:cubicBezTo>
                    <a:cubicBezTo>
                      <a:pt x="167" y="141"/>
                      <a:pt x="177" y="134"/>
                      <a:pt x="160" y="166"/>
                    </a:cubicBezTo>
                    <a:cubicBezTo>
                      <a:pt x="152" y="180"/>
                      <a:pt x="156" y="169"/>
                      <a:pt x="148" y="182"/>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8"/>
              <p:cNvSpPr/>
              <p:nvPr/>
            </p:nvSpPr>
            <p:spPr>
              <a:xfrm>
                <a:off x="8940901" y="942175"/>
                <a:ext cx="1038225" cy="1246188"/>
              </a:xfrm>
              <a:custGeom>
                <a:rect b="b" l="l" r="r" t="t"/>
                <a:pathLst>
                  <a:path extrusionOk="0" h="409" w="341">
                    <a:moveTo>
                      <a:pt x="178" y="380"/>
                    </a:moveTo>
                    <a:cubicBezTo>
                      <a:pt x="168" y="399"/>
                      <a:pt x="152" y="409"/>
                      <a:pt x="133" y="399"/>
                    </a:cubicBezTo>
                    <a:cubicBezTo>
                      <a:pt x="19" y="337"/>
                      <a:pt x="19" y="337"/>
                      <a:pt x="19" y="337"/>
                    </a:cubicBezTo>
                    <a:cubicBezTo>
                      <a:pt x="0" y="327"/>
                      <a:pt x="0" y="308"/>
                      <a:pt x="10" y="289"/>
                    </a:cubicBezTo>
                    <a:cubicBezTo>
                      <a:pt x="145" y="19"/>
                      <a:pt x="145" y="19"/>
                      <a:pt x="145" y="19"/>
                    </a:cubicBezTo>
                    <a:cubicBezTo>
                      <a:pt x="155" y="0"/>
                      <a:pt x="173" y="8"/>
                      <a:pt x="192" y="18"/>
                    </a:cubicBezTo>
                    <a:cubicBezTo>
                      <a:pt x="306" y="80"/>
                      <a:pt x="306" y="80"/>
                      <a:pt x="306" y="80"/>
                    </a:cubicBezTo>
                    <a:cubicBezTo>
                      <a:pt x="325" y="90"/>
                      <a:pt x="341" y="101"/>
                      <a:pt x="331" y="120"/>
                    </a:cubicBezTo>
                    <a:lnTo>
                      <a:pt x="178" y="38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8"/>
              <p:cNvSpPr/>
              <p:nvPr/>
            </p:nvSpPr>
            <p:spPr>
              <a:xfrm>
                <a:off x="9059963" y="1121563"/>
                <a:ext cx="541338" cy="812800"/>
              </a:xfrm>
              <a:custGeom>
                <a:rect b="b" l="l" r="r" t="t"/>
                <a:pathLst>
                  <a:path extrusionOk="0" h="267" w="178">
                    <a:moveTo>
                      <a:pt x="60" y="250"/>
                    </a:moveTo>
                    <a:cubicBezTo>
                      <a:pt x="53" y="262"/>
                      <a:pt x="38" y="267"/>
                      <a:pt x="26" y="260"/>
                    </a:cubicBezTo>
                    <a:cubicBezTo>
                      <a:pt x="17" y="256"/>
                      <a:pt x="17" y="256"/>
                      <a:pt x="17" y="256"/>
                    </a:cubicBezTo>
                    <a:cubicBezTo>
                      <a:pt x="5" y="249"/>
                      <a:pt x="0" y="234"/>
                      <a:pt x="7" y="221"/>
                    </a:cubicBezTo>
                    <a:cubicBezTo>
                      <a:pt x="118" y="17"/>
                      <a:pt x="118" y="17"/>
                      <a:pt x="118" y="17"/>
                    </a:cubicBezTo>
                    <a:cubicBezTo>
                      <a:pt x="124" y="4"/>
                      <a:pt x="140" y="0"/>
                      <a:pt x="152" y="6"/>
                    </a:cubicBezTo>
                    <a:cubicBezTo>
                      <a:pt x="161" y="11"/>
                      <a:pt x="161" y="11"/>
                      <a:pt x="161" y="11"/>
                    </a:cubicBezTo>
                    <a:cubicBezTo>
                      <a:pt x="173" y="18"/>
                      <a:pt x="178" y="33"/>
                      <a:pt x="171" y="45"/>
                    </a:cubicBezTo>
                    <a:lnTo>
                      <a:pt x="60" y="25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8"/>
              <p:cNvSpPr/>
              <p:nvPr/>
            </p:nvSpPr>
            <p:spPr>
              <a:xfrm>
                <a:off x="9264751" y="1231100"/>
                <a:ext cx="541338" cy="812800"/>
              </a:xfrm>
              <a:custGeom>
                <a:rect b="b" l="l" r="r" t="t"/>
                <a:pathLst>
                  <a:path extrusionOk="0" h="267" w="178">
                    <a:moveTo>
                      <a:pt x="60" y="250"/>
                    </a:moveTo>
                    <a:cubicBezTo>
                      <a:pt x="53" y="263"/>
                      <a:pt x="38" y="267"/>
                      <a:pt x="26" y="261"/>
                    </a:cubicBezTo>
                    <a:cubicBezTo>
                      <a:pt x="17" y="256"/>
                      <a:pt x="17" y="256"/>
                      <a:pt x="17" y="256"/>
                    </a:cubicBezTo>
                    <a:cubicBezTo>
                      <a:pt x="5" y="249"/>
                      <a:pt x="0" y="234"/>
                      <a:pt x="7" y="222"/>
                    </a:cubicBezTo>
                    <a:cubicBezTo>
                      <a:pt x="118" y="17"/>
                      <a:pt x="118" y="17"/>
                      <a:pt x="118" y="17"/>
                    </a:cubicBezTo>
                    <a:cubicBezTo>
                      <a:pt x="124" y="5"/>
                      <a:pt x="140" y="0"/>
                      <a:pt x="152" y="7"/>
                    </a:cubicBezTo>
                    <a:cubicBezTo>
                      <a:pt x="161" y="11"/>
                      <a:pt x="161" y="11"/>
                      <a:pt x="161" y="11"/>
                    </a:cubicBezTo>
                    <a:cubicBezTo>
                      <a:pt x="173" y="18"/>
                      <a:pt x="178" y="33"/>
                      <a:pt x="171" y="46"/>
                    </a:cubicBezTo>
                    <a:lnTo>
                      <a:pt x="60" y="25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7" name="Google Shape;277;p8"/>
            <p:cNvGrpSpPr/>
            <p:nvPr/>
          </p:nvGrpSpPr>
          <p:grpSpPr>
            <a:xfrm rot="-7080816">
              <a:off x="1521609" y="4413049"/>
              <a:ext cx="1267036" cy="972041"/>
              <a:chOff x="6729413" y="2840263"/>
              <a:chExt cx="742950" cy="569913"/>
            </a:xfrm>
          </p:grpSpPr>
          <p:sp>
            <p:nvSpPr>
              <p:cNvPr id="278" name="Google Shape;278;p8"/>
              <p:cNvSpPr/>
              <p:nvPr/>
            </p:nvSpPr>
            <p:spPr>
              <a:xfrm>
                <a:off x="7326313" y="2840263"/>
                <a:ext cx="146050" cy="122238"/>
              </a:xfrm>
              <a:custGeom>
                <a:rect b="b" l="l" r="r" t="t"/>
                <a:pathLst>
                  <a:path extrusionOk="0" h="47" w="56">
                    <a:moveTo>
                      <a:pt x="41" y="20"/>
                    </a:moveTo>
                    <a:cubicBezTo>
                      <a:pt x="56" y="0"/>
                      <a:pt x="56" y="0"/>
                      <a:pt x="56" y="0"/>
                    </a:cubicBezTo>
                    <a:cubicBezTo>
                      <a:pt x="33" y="9"/>
                      <a:pt x="33" y="9"/>
                      <a:pt x="33" y="9"/>
                    </a:cubicBezTo>
                    <a:cubicBezTo>
                      <a:pt x="13" y="17"/>
                      <a:pt x="13" y="17"/>
                      <a:pt x="13" y="17"/>
                    </a:cubicBezTo>
                    <a:cubicBezTo>
                      <a:pt x="11" y="18"/>
                      <a:pt x="9" y="19"/>
                      <a:pt x="8" y="20"/>
                    </a:cubicBezTo>
                    <a:cubicBezTo>
                      <a:pt x="0" y="26"/>
                      <a:pt x="0" y="26"/>
                      <a:pt x="0" y="26"/>
                    </a:cubicBezTo>
                    <a:cubicBezTo>
                      <a:pt x="16" y="47"/>
                      <a:pt x="16" y="47"/>
                      <a:pt x="16" y="47"/>
                    </a:cubicBezTo>
                    <a:cubicBezTo>
                      <a:pt x="23" y="41"/>
                      <a:pt x="23" y="41"/>
                      <a:pt x="23" y="41"/>
                    </a:cubicBezTo>
                    <a:cubicBezTo>
                      <a:pt x="25" y="40"/>
                      <a:pt x="27" y="38"/>
                      <a:pt x="28" y="37"/>
                    </a:cubicBezTo>
                    <a:lnTo>
                      <a:pt x="41" y="2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 name="Google Shape;279;p8"/>
              <p:cNvSpPr/>
              <p:nvPr/>
            </p:nvSpPr>
            <p:spPr>
              <a:xfrm>
                <a:off x="7423150" y="2840263"/>
                <a:ext cx="49213" cy="33338"/>
              </a:xfrm>
              <a:custGeom>
                <a:rect b="b" l="l" r="r" t="t"/>
                <a:pathLst>
                  <a:path extrusionOk="0" h="21" w="31">
                    <a:moveTo>
                      <a:pt x="0" y="13"/>
                    </a:moveTo>
                    <a:lnTo>
                      <a:pt x="16" y="21"/>
                    </a:lnTo>
                    <a:lnTo>
                      <a:pt x="31"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 name="Google Shape;280;p8"/>
              <p:cNvSpPr/>
              <p:nvPr/>
            </p:nvSpPr>
            <p:spPr>
              <a:xfrm>
                <a:off x="6835775" y="2892650"/>
                <a:ext cx="525463" cy="403225"/>
              </a:xfrm>
              <a:custGeom>
                <a:rect b="b" l="l" r="r" t="t"/>
                <a:pathLst>
                  <a:path extrusionOk="0" h="155" w="202">
                    <a:moveTo>
                      <a:pt x="5" y="155"/>
                    </a:moveTo>
                    <a:cubicBezTo>
                      <a:pt x="0" y="148"/>
                      <a:pt x="0" y="148"/>
                      <a:pt x="0" y="148"/>
                    </a:cubicBezTo>
                    <a:cubicBezTo>
                      <a:pt x="195" y="2"/>
                      <a:pt x="195" y="2"/>
                      <a:pt x="195" y="2"/>
                    </a:cubicBezTo>
                    <a:cubicBezTo>
                      <a:pt x="197" y="0"/>
                      <a:pt x="199" y="1"/>
                      <a:pt x="201" y="3"/>
                    </a:cubicBezTo>
                    <a:cubicBezTo>
                      <a:pt x="202" y="5"/>
                      <a:pt x="202" y="7"/>
                      <a:pt x="200" y="9"/>
                    </a:cubicBezTo>
                    <a:lnTo>
                      <a:pt x="5" y="1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 name="Google Shape;281;p8"/>
              <p:cNvSpPr/>
              <p:nvPr/>
            </p:nvSpPr>
            <p:spPr>
              <a:xfrm>
                <a:off x="6861175" y="2929163"/>
                <a:ext cx="528638" cy="403225"/>
              </a:xfrm>
              <a:custGeom>
                <a:rect b="b" l="l" r="r" t="t"/>
                <a:pathLst>
                  <a:path extrusionOk="0" h="155" w="203">
                    <a:moveTo>
                      <a:pt x="5" y="155"/>
                    </a:moveTo>
                    <a:cubicBezTo>
                      <a:pt x="0" y="148"/>
                      <a:pt x="0" y="148"/>
                      <a:pt x="0" y="148"/>
                    </a:cubicBezTo>
                    <a:cubicBezTo>
                      <a:pt x="195" y="2"/>
                      <a:pt x="195" y="2"/>
                      <a:pt x="195" y="2"/>
                    </a:cubicBezTo>
                    <a:cubicBezTo>
                      <a:pt x="197" y="0"/>
                      <a:pt x="200" y="1"/>
                      <a:pt x="201" y="3"/>
                    </a:cubicBezTo>
                    <a:cubicBezTo>
                      <a:pt x="203" y="5"/>
                      <a:pt x="202" y="7"/>
                      <a:pt x="200" y="9"/>
                    </a:cubicBezTo>
                    <a:lnTo>
                      <a:pt x="5" y="1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 name="Google Shape;282;p8"/>
              <p:cNvSpPr/>
              <p:nvPr/>
            </p:nvSpPr>
            <p:spPr>
              <a:xfrm>
                <a:off x="6845300" y="2910113"/>
                <a:ext cx="531813" cy="406400"/>
              </a:xfrm>
              <a:custGeom>
                <a:rect b="b" l="l" r="r" t="t"/>
                <a:pathLst>
                  <a:path extrusionOk="0" h="156" w="204">
                    <a:moveTo>
                      <a:pt x="7" y="156"/>
                    </a:moveTo>
                    <a:cubicBezTo>
                      <a:pt x="0" y="147"/>
                      <a:pt x="0" y="147"/>
                      <a:pt x="0" y="147"/>
                    </a:cubicBezTo>
                    <a:cubicBezTo>
                      <a:pt x="194" y="1"/>
                      <a:pt x="194" y="1"/>
                      <a:pt x="194" y="1"/>
                    </a:cubicBezTo>
                    <a:cubicBezTo>
                      <a:pt x="196" y="0"/>
                      <a:pt x="200" y="0"/>
                      <a:pt x="202" y="3"/>
                    </a:cubicBezTo>
                    <a:cubicBezTo>
                      <a:pt x="204" y="5"/>
                      <a:pt x="203" y="9"/>
                      <a:pt x="201" y="11"/>
                    </a:cubicBezTo>
                    <a:lnTo>
                      <a:pt x="7" y="1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 name="Google Shape;283;p8"/>
              <p:cNvSpPr/>
              <p:nvPr/>
            </p:nvSpPr>
            <p:spPr>
              <a:xfrm>
                <a:off x="6781800" y="3303813"/>
                <a:ext cx="92075" cy="82550"/>
              </a:xfrm>
              <a:custGeom>
                <a:rect b="b" l="l" r="r" t="t"/>
                <a:pathLst>
                  <a:path extrusionOk="0" h="52" w="58">
                    <a:moveTo>
                      <a:pt x="13" y="52"/>
                    </a:moveTo>
                    <a:lnTo>
                      <a:pt x="0" y="34"/>
                    </a:lnTo>
                    <a:lnTo>
                      <a:pt x="47" y="0"/>
                    </a:lnTo>
                    <a:lnTo>
                      <a:pt x="58" y="18"/>
                    </a:lnTo>
                    <a:lnTo>
                      <a:pt x="13" y="5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8"/>
              <p:cNvSpPr/>
              <p:nvPr/>
            </p:nvSpPr>
            <p:spPr>
              <a:xfrm>
                <a:off x="6729413" y="3332388"/>
                <a:ext cx="73025" cy="77788"/>
              </a:xfrm>
              <a:custGeom>
                <a:rect b="b" l="l" r="r" t="t"/>
                <a:pathLst>
                  <a:path extrusionOk="0" h="30" w="28">
                    <a:moveTo>
                      <a:pt x="13" y="28"/>
                    </a:moveTo>
                    <a:cubicBezTo>
                      <a:pt x="2" y="13"/>
                      <a:pt x="2" y="13"/>
                      <a:pt x="2" y="13"/>
                    </a:cubicBezTo>
                    <a:cubicBezTo>
                      <a:pt x="0" y="11"/>
                      <a:pt x="1" y="9"/>
                      <a:pt x="2" y="8"/>
                    </a:cubicBezTo>
                    <a:cubicBezTo>
                      <a:pt x="13" y="0"/>
                      <a:pt x="13" y="0"/>
                      <a:pt x="13" y="0"/>
                    </a:cubicBezTo>
                    <a:cubicBezTo>
                      <a:pt x="28" y="21"/>
                      <a:pt x="28" y="21"/>
                      <a:pt x="28" y="21"/>
                    </a:cubicBezTo>
                    <a:cubicBezTo>
                      <a:pt x="18" y="28"/>
                      <a:pt x="18" y="28"/>
                      <a:pt x="18" y="28"/>
                    </a:cubicBezTo>
                    <a:cubicBezTo>
                      <a:pt x="16" y="30"/>
                      <a:pt x="14" y="29"/>
                      <a:pt x="13" y="28"/>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8"/>
              <p:cNvSpPr/>
              <p:nvPr/>
            </p:nvSpPr>
            <p:spPr>
              <a:xfrm>
                <a:off x="6767513" y="3210150"/>
                <a:ext cx="0" cy="0"/>
              </a:xfrm>
              <a:custGeom>
                <a:rect b="b" l="l" r="r" t="t"/>
                <a:pathLst>
                  <a:path extrusionOk="0" h="120000" w="120000">
                    <a:moveTo>
                      <a:pt x="0" y="0"/>
                    </a:moveTo>
                    <a:cubicBezTo>
                      <a:pt x="0" y="0"/>
                      <a:pt x="0" y="0"/>
                      <a:pt x="0" y="0"/>
                    </a:cubicBezTo>
                    <a:cubicBezTo>
                      <a:pt x="0" y="0"/>
                      <a:pt x="0" y="0"/>
                      <a:pt x="0" y="0"/>
                    </a:cubicBezTo>
                  </a:path>
                </a:pathLst>
              </a:custGeom>
              <a:solidFill>
                <a:srgbClr val="FFECC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 name="Google Shape;286;p8"/>
              <p:cNvSpPr/>
              <p:nvPr/>
            </p:nvSpPr>
            <p:spPr>
              <a:xfrm>
                <a:off x="6762750" y="3276825"/>
                <a:ext cx="111125" cy="109538"/>
              </a:xfrm>
              <a:custGeom>
                <a:rect b="b" l="l" r="r" t="t"/>
                <a:pathLst>
                  <a:path extrusionOk="0" h="69" w="70">
                    <a:moveTo>
                      <a:pt x="25" y="69"/>
                    </a:moveTo>
                    <a:lnTo>
                      <a:pt x="0" y="35"/>
                    </a:lnTo>
                    <a:lnTo>
                      <a:pt x="46" y="0"/>
                    </a:lnTo>
                    <a:lnTo>
                      <a:pt x="70" y="35"/>
                    </a:lnTo>
                    <a:lnTo>
                      <a:pt x="25" y="6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7" name="Shape 287"/>
        <p:cNvGrpSpPr/>
        <p:nvPr/>
      </p:nvGrpSpPr>
      <p:grpSpPr>
        <a:xfrm>
          <a:off x="0" y="0"/>
          <a:ext cx="0" cy="0"/>
          <a:chOff x="0" y="0"/>
          <a:chExt cx="0" cy="0"/>
        </a:xfrm>
      </p:grpSpPr>
      <p:pic>
        <p:nvPicPr>
          <p:cNvPr id="288" name="Google Shape;288;p9"/>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289" name="Google Shape;289;p9"/>
          <p:cNvSpPr txBox="1"/>
          <p:nvPr>
            <p:ph idx="1" type="subTitle"/>
          </p:nvPr>
        </p:nvSpPr>
        <p:spPr>
          <a:xfrm>
            <a:off x="880573" y="1622750"/>
            <a:ext cx="3597000" cy="21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90" name="Google Shape;290;p9"/>
          <p:cNvSpPr txBox="1"/>
          <p:nvPr>
            <p:ph type="title"/>
          </p:nvPr>
        </p:nvSpPr>
        <p:spPr>
          <a:xfrm>
            <a:off x="720000" y="5974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91" name="Google Shape;291;p9"/>
          <p:cNvSpPr txBox="1"/>
          <p:nvPr>
            <p:ph idx="2" type="subTitle"/>
          </p:nvPr>
        </p:nvSpPr>
        <p:spPr>
          <a:xfrm>
            <a:off x="4666427" y="1622750"/>
            <a:ext cx="3597000" cy="21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grpSp>
        <p:nvGrpSpPr>
          <p:cNvPr id="292" name="Google Shape;292;p9"/>
          <p:cNvGrpSpPr/>
          <p:nvPr/>
        </p:nvGrpSpPr>
        <p:grpSpPr>
          <a:xfrm>
            <a:off x="-277682" y="-654534"/>
            <a:ext cx="9212604" cy="5910588"/>
            <a:chOff x="-277682" y="-654534"/>
            <a:chExt cx="9212604" cy="5910588"/>
          </a:xfrm>
        </p:grpSpPr>
        <p:grpSp>
          <p:nvGrpSpPr>
            <p:cNvPr id="293" name="Google Shape;293;p9"/>
            <p:cNvGrpSpPr/>
            <p:nvPr/>
          </p:nvGrpSpPr>
          <p:grpSpPr>
            <a:xfrm>
              <a:off x="7645543" y="4092299"/>
              <a:ext cx="1170192" cy="904189"/>
              <a:chOff x="7537043" y="4025261"/>
              <a:chExt cx="1170192" cy="904189"/>
            </a:xfrm>
          </p:grpSpPr>
          <p:sp>
            <p:nvSpPr>
              <p:cNvPr id="294" name="Google Shape;294;p9"/>
              <p:cNvSpPr/>
              <p:nvPr/>
            </p:nvSpPr>
            <p:spPr>
              <a:xfrm rot="-766793">
                <a:off x="8605876" y="4227120"/>
                <a:ext cx="1588" cy="1588"/>
              </a:xfrm>
              <a:custGeom>
                <a:rect b="b" l="l" r="r" t="t"/>
                <a:pathLst>
                  <a:path extrusionOk="0" h="1" w="1">
                    <a:moveTo>
                      <a:pt x="0" y="0"/>
                    </a:moveTo>
                    <a:lnTo>
                      <a:pt x="1" y="0"/>
                    </a:lnTo>
                    <a:lnTo>
                      <a:pt x="0" y="1"/>
                    </a:lnTo>
                    <a:lnTo>
                      <a:pt x="0" y="0"/>
                    </a:lnTo>
                    <a:close/>
                  </a:path>
                </a:pathLst>
              </a:custGeom>
              <a:solidFill>
                <a:srgbClr val="FF598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9"/>
              <p:cNvSpPr/>
              <p:nvPr/>
            </p:nvSpPr>
            <p:spPr>
              <a:xfrm rot="-766793">
                <a:off x="8605876" y="4227120"/>
                <a:ext cx="1588" cy="1588"/>
              </a:xfrm>
              <a:custGeom>
                <a:rect b="b" l="l" r="r" t="t"/>
                <a:pathLst>
                  <a:path extrusionOk="0" h="1" w="1">
                    <a:moveTo>
                      <a:pt x="0" y="0"/>
                    </a:moveTo>
                    <a:lnTo>
                      <a:pt x="1" y="0"/>
                    </a:lnTo>
                    <a:lnTo>
                      <a:pt x="0" y="1"/>
                    </a:lnTo>
                    <a:lnTo>
                      <a:pt x="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 name="Google Shape;296;p9"/>
              <p:cNvSpPr/>
              <p:nvPr/>
            </p:nvSpPr>
            <p:spPr>
              <a:xfrm rot="-766792">
                <a:off x="7611148" y="4360031"/>
                <a:ext cx="865164" cy="412739"/>
              </a:xfrm>
              <a:custGeom>
                <a:rect b="b" l="l" r="r" t="t"/>
                <a:pathLst>
                  <a:path extrusionOk="0" h="159" w="333">
                    <a:moveTo>
                      <a:pt x="25" y="133"/>
                    </a:moveTo>
                    <a:cubicBezTo>
                      <a:pt x="30" y="139"/>
                      <a:pt x="35" y="145"/>
                      <a:pt x="42" y="150"/>
                    </a:cubicBezTo>
                    <a:cubicBezTo>
                      <a:pt x="324" y="107"/>
                      <a:pt x="324" y="107"/>
                      <a:pt x="324" y="107"/>
                    </a:cubicBezTo>
                    <a:cubicBezTo>
                      <a:pt x="329" y="106"/>
                      <a:pt x="329" y="106"/>
                      <a:pt x="329" y="106"/>
                    </a:cubicBezTo>
                    <a:cubicBezTo>
                      <a:pt x="333" y="117"/>
                      <a:pt x="333" y="117"/>
                      <a:pt x="333" y="117"/>
                    </a:cubicBezTo>
                    <a:cubicBezTo>
                      <a:pt x="42" y="159"/>
                      <a:pt x="42" y="159"/>
                      <a:pt x="42" y="159"/>
                    </a:cubicBezTo>
                    <a:cubicBezTo>
                      <a:pt x="24" y="146"/>
                      <a:pt x="10" y="127"/>
                      <a:pt x="4" y="105"/>
                    </a:cubicBezTo>
                    <a:cubicBezTo>
                      <a:pt x="1" y="93"/>
                      <a:pt x="0" y="80"/>
                      <a:pt x="4" y="68"/>
                    </a:cubicBezTo>
                    <a:cubicBezTo>
                      <a:pt x="290" y="0"/>
                      <a:pt x="290" y="0"/>
                      <a:pt x="290" y="0"/>
                    </a:cubicBezTo>
                    <a:cubicBezTo>
                      <a:pt x="295" y="12"/>
                      <a:pt x="295" y="12"/>
                      <a:pt x="295" y="12"/>
                    </a:cubicBezTo>
                    <a:cubicBezTo>
                      <a:pt x="292" y="12"/>
                      <a:pt x="16" y="75"/>
                      <a:pt x="14" y="76"/>
                    </a:cubicBezTo>
                    <a:cubicBezTo>
                      <a:pt x="13" y="76"/>
                      <a:pt x="11" y="76"/>
                      <a:pt x="11" y="76"/>
                    </a:cubicBezTo>
                    <a:cubicBezTo>
                      <a:pt x="6" y="96"/>
                      <a:pt x="14" y="117"/>
                      <a:pt x="25" y="133"/>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9"/>
              <p:cNvSpPr/>
              <p:nvPr/>
            </p:nvSpPr>
            <p:spPr>
              <a:xfrm rot="-766793">
                <a:off x="7568551" y="4131154"/>
                <a:ext cx="985810" cy="395277"/>
              </a:xfrm>
              <a:custGeom>
                <a:rect b="b" l="l" r="r" t="t"/>
                <a:pathLst>
                  <a:path extrusionOk="0" h="249" w="621">
                    <a:moveTo>
                      <a:pt x="215" y="115"/>
                    </a:moveTo>
                    <a:lnTo>
                      <a:pt x="621" y="0"/>
                    </a:lnTo>
                    <a:lnTo>
                      <a:pt x="469" y="138"/>
                    </a:lnTo>
                    <a:lnTo>
                      <a:pt x="0" y="249"/>
                    </a:lnTo>
                    <a:lnTo>
                      <a:pt x="215" y="115"/>
                    </a:lnTo>
                    <a:close/>
                  </a:path>
                </a:pathLst>
              </a:custGeom>
              <a:solidFill>
                <a:srgbClr val="7A8C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9"/>
              <p:cNvSpPr/>
              <p:nvPr/>
            </p:nvSpPr>
            <p:spPr>
              <a:xfrm rot="-766793">
                <a:off x="7568551" y="4131154"/>
                <a:ext cx="985810" cy="395277"/>
              </a:xfrm>
              <a:custGeom>
                <a:rect b="b" l="l" r="r" t="t"/>
                <a:pathLst>
                  <a:path extrusionOk="0" h="249" w="621">
                    <a:moveTo>
                      <a:pt x="215" y="115"/>
                    </a:moveTo>
                    <a:lnTo>
                      <a:pt x="621" y="0"/>
                    </a:lnTo>
                    <a:lnTo>
                      <a:pt x="469" y="138"/>
                    </a:lnTo>
                    <a:lnTo>
                      <a:pt x="0" y="249"/>
                    </a:lnTo>
                    <a:lnTo>
                      <a:pt x="215" y="115"/>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9"/>
              <p:cNvSpPr/>
              <p:nvPr/>
            </p:nvSpPr>
            <p:spPr>
              <a:xfrm rot="-766793">
                <a:off x="7568551" y="4131154"/>
                <a:ext cx="985810" cy="395277"/>
              </a:xfrm>
              <a:custGeom>
                <a:rect b="b" l="l" r="r" t="t"/>
                <a:pathLst>
                  <a:path extrusionOk="0" h="249" w="621">
                    <a:moveTo>
                      <a:pt x="621" y="0"/>
                    </a:moveTo>
                    <a:lnTo>
                      <a:pt x="215" y="115"/>
                    </a:lnTo>
                    <a:lnTo>
                      <a:pt x="0" y="249"/>
                    </a:lnTo>
                    <a:lnTo>
                      <a:pt x="469" y="138"/>
                    </a:lnTo>
                    <a:lnTo>
                      <a:pt x="621"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9"/>
              <p:cNvSpPr/>
              <p:nvPr/>
            </p:nvSpPr>
            <p:spPr>
              <a:xfrm rot="-766793">
                <a:off x="7568551" y="4131154"/>
                <a:ext cx="985810" cy="395277"/>
              </a:xfrm>
              <a:custGeom>
                <a:rect b="b" l="l" r="r" t="t"/>
                <a:pathLst>
                  <a:path extrusionOk="0" h="249" w="621">
                    <a:moveTo>
                      <a:pt x="621" y="0"/>
                    </a:moveTo>
                    <a:lnTo>
                      <a:pt x="215" y="115"/>
                    </a:lnTo>
                    <a:lnTo>
                      <a:pt x="0" y="249"/>
                    </a:lnTo>
                    <a:lnTo>
                      <a:pt x="469" y="138"/>
                    </a:lnTo>
                    <a:lnTo>
                      <a:pt x="621"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9"/>
              <p:cNvSpPr/>
              <p:nvPr/>
            </p:nvSpPr>
            <p:spPr>
              <a:xfrm rot="-766793">
                <a:off x="8287594" y="4049740"/>
                <a:ext cx="249231" cy="249231"/>
              </a:xfrm>
              <a:custGeom>
                <a:rect b="b" l="l" r="r" t="t"/>
                <a:pathLst>
                  <a:path extrusionOk="0" h="157" w="157">
                    <a:moveTo>
                      <a:pt x="0" y="138"/>
                    </a:moveTo>
                    <a:lnTo>
                      <a:pt x="152" y="0"/>
                    </a:lnTo>
                    <a:lnTo>
                      <a:pt x="157" y="15"/>
                    </a:lnTo>
                    <a:lnTo>
                      <a:pt x="149" y="23"/>
                    </a:lnTo>
                    <a:lnTo>
                      <a:pt x="8" y="157"/>
                    </a:lnTo>
                    <a:lnTo>
                      <a:pt x="0" y="13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9"/>
              <p:cNvSpPr/>
              <p:nvPr/>
            </p:nvSpPr>
            <p:spPr>
              <a:xfrm rot="-766793">
                <a:off x="8441067" y="4239913"/>
                <a:ext cx="223832" cy="306379"/>
              </a:xfrm>
              <a:custGeom>
                <a:rect b="b" l="l" r="r" t="t"/>
                <a:pathLst>
                  <a:path extrusionOk="0" h="193" w="141">
                    <a:moveTo>
                      <a:pt x="136" y="0"/>
                    </a:moveTo>
                    <a:lnTo>
                      <a:pt x="141" y="15"/>
                    </a:lnTo>
                    <a:lnTo>
                      <a:pt x="6" y="193"/>
                    </a:lnTo>
                    <a:lnTo>
                      <a:pt x="0" y="175"/>
                    </a:lnTo>
                    <a:lnTo>
                      <a:pt x="13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9"/>
              <p:cNvSpPr/>
              <p:nvPr/>
            </p:nvSpPr>
            <p:spPr>
              <a:xfrm rot="-766793">
                <a:off x="8441067" y="4239913"/>
                <a:ext cx="223832" cy="306379"/>
              </a:xfrm>
              <a:custGeom>
                <a:rect b="b" l="l" r="r" t="t"/>
                <a:pathLst>
                  <a:path extrusionOk="0" h="193" w="141">
                    <a:moveTo>
                      <a:pt x="136" y="0"/>
                    </a:moveTo>
                    <a:lnTo>
                      <a:pt x="141" y="15"/>
                    </a:lnTo>
                    <a:lnTo>
                      <a:pt x="6" y="193"/>
                    </a:lnTo>
                    <a:lnTo>
                      <a:pt x="0" y="175"/>
                    </a:lnTo>
                    <a:lnTo>
                      <a:pt x="136"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9"/>
              <p:cNvSpPr/>
              <p:nvPr/>
            </p:nvSpPr>
            <p:spPr>
              <a:xfrm rot="-766793">
                <a:off x="8322200" y="4076509"/>
                <a:ext cx="296855" cy="452425"/>
              </a:xfrm>
              <a:custGeom>
                <a:rect b="b" l="l" r="r" t="t"/>
                <a:pathLst>
                  <a:path extrusionOk="0" h="174" w="114">
                    <a:moveTo>
                      <a:pt x="114" y="71"/>
                    </a:moveTo>
                    <a:cubicBezTo>
                      <a:pt x="34" y="174"/>
                      <a:pt x="34" y="174"/>
                      <a:pt x="34" y="174"/>
                    </a:cubicBezTo>
                    <a:cubicBezTo>
                      <a:pt x="0" y="82"/>
                      <a:pt x="0" y="82"/>
                      <a:pt x="0" y="82"/>
                    </a:cubicBezTo>
                    <a:cubicBezTo>
                      <a:pt x="3" y="82"/>
                      <a:pt x="3" y="82"/>
                      <a:pt x="3" y="82"/>
                    </a:cubicBezTo>
                    <a:cubicBezTo>
                      <a:pt x="89" y="0"/>
                      <a:pt x="89" y="0"/>
                      <a:pt x="89" y="0"/>
                    </a:cubicBezTo>
                    <a:cubicBezTo>
                      <a:pt x="90" y="1"/>
                      <a:pt x="114" y="70"/>
                      <a:pt x="114" y="71"/>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9"/>
              <p:cNvSpPr/>
              <p:nvPr/>
            </p:nvSpPr>
            <p:spPr>
              <a:xfrm rot="-766793">
                <a:off x="7631921" y="4389822"/>
                <a:ext cx="827065" cy="354003"/>
              </a:xfrm>
              <a:custGeom>
                <a:rect b="b" l="l" r="r" t="t"/>
                <a:pathLst>
                  <a:path extrusionOk="0" h="136" w="318">
                    <a:moveTo>
                      <a:pt x="284" y="0"/>
                    </a:moveTo>
                    <a:cubicBezTo>
                      <a:pt x="318" y="92"/>
                      <a:pt x="318" y="92"/>
                      <a:pt x="318" y="92"/>
                    </a:cubicBezTo>
                    <a:cubicBezTo>
                      <a:pt x="36" y="136"/>
                      <a:pt x="36" y="136"/>
                      <a:pt x="36" y="136"/>
                    </a:cubicBezTo>
                    <a:cubicBezTo>
                      <a:pt x="16" y="119"/>
                      <a:pt x="0" y="90"/>
                      <a:pt x="6" y="64"/>
                    </a:cubicBezTo>
                    <a:cubicBezTo>
                      <a:pt x="284" y="0"/>
                      <a:pt x="284" y="0"/>
                      <a:pt x="284" y="0"/>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9"/>
              <p:cNvSpPr/>
              <p:nvPr/>
            </p:nvSpPr>
            <p:spPr>
              <a:xfrm rot="-766793">
                <a:off x="8348017" y="4220501"/>
                <a:ext cx="114297" cy="111122"/>
              </a:xfrm>
              <a:custGeom>
                <a:rect b="b" l="l" r="r" t="t"/>
                <a:pathLst>
                  <a:path extrusionOk="0" h="43" w="44">
                    <a:moveTo>
                      <a:pt x="40" y="4"/>
                    </a:moveTo>
                    <a:cubicBezTo>
                      <a:pt x="25" y="15"/>
                      <a:pt x="13" y="29"/>
                      <a:pt x="0" y="43"/>
                    </a:cubicBezTo>
                    <a:cubicBezTo>
                      <a:pt x="17" y="33"/>
                      <a:pt x="31" y="19"/>
                      <a:pt x="43" y="2"/>
                    </a:cubicBezTo>
                    <a:cubicBezTo>
                      <a:pt x="43" y="2"/>
                      <a:pt x="44" y="1"/>
                      <a:pt x="44" y="0"/>
                    </a:cubicBezTo>
                    <a:cubicBezTo>
                      <a:pt x="43" y="1"/>
                      <a:pt x="41" y="3"/>
                      <a:pt x="40" y="4"/>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 name="Google Shape;307;p9"/>
              <p:cNvSpPr/>
              <p:nvPr/>
            </p:nvSpPr>
            <p:spPr>
              <a:xfrm rot="-766793">
                <a:off x="8432831" y="4140939"/>
                <a:ext cx="50799" cy="49212"/>
              </a:xfrm>
              <a:custGeom>
                <a:rect b="b" l="l" r="r" t="t"/>
                <a:pathLst>
                  <a:path extrusionOk="0" h="19" w="20">
                    <a:moveTo>
                      <a:pt x="0" y="19"/>
                    </a:moveTo>
                    <a:cubicBezTo>
                      <a:pt x="8" y="14"/>
                      <a:pt x="15" y="8"/>
                      <a:pt x="20" y="0"/>
                    </a:cubicBezTo>
                    <a:cubicBezTo>
                      <a:pt x="13" y="5"/>
                      <a:pt x="6" y="12"/>
                      <a:pt x="0" y="19"/>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 name="Google Shape;308;p9"/>
              <p:cNvSpPr/>
              <p:nvPr/>
            </p:nvSpPr>
            <p:spPr>
              <a:xfrm rot="-766793">
                <a:off x="8462658" y="4145878"/>
                <a:ext cx="31749" cy="31749"/>
              </a:xfrm>
              <a:custGeom>
                <a:rect b="b" l="l" r="r" t="t"/>
                <a:pathLst>
                  <a:path extrusionOk="0" h="12" w="12">
                    <a:moveTo>
                      <a:pt x="0" y="12"/>
                    </a:moveTo>
                    <a:cubicBezTo>
                      <a:pt x="5" y="9"/>
                      <a:pt x="9" y="5"/>
                      <a:pt x="12" y="0"/>
                    </a:cubicBezTo>
                    <a:cubicBezTo>
                      <a:pt x="8" y="4"/>
                      <a:pt x="4" y="7"/>
                      <a:pt x="0" y="1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9"/>
              <p:cNvSpPr/>
              <p:nvPr/>
            </p:nvSpPr>
            <p:spPr>
              <a:xfrm rot="-766793">
                <a:off x="8433960" y="4283708"/>
                <a:ext cx="53973" cy="60323"/>
              </a:xfrm>
              <a:custGeom>
                <a:rect b="b" l="l" r="r" t="t"/>
                <a:pathLst>
                  <a:path extrusionOk="0" h="23" w="21">
                    <a:moveTo>
                      <a:pt x="0" y="23"/>
                    </a:moveTo>
                    <a:cubicBezTo>
                      <a:pt x="8" y="16"/>
                      <a:pt x="16" y="9"/>
                      <a:pt x="21" y="0"/>
                    </a:cubicBezTo>
                    <a:cubicBezTo>
                      <a:pt x="13" y="6"/>
                      <a:pt x="6" y="13"/>
                      <a:pt x="0" y="2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 name="Google Shape;310;p9"/>
              <p:cNvSpPr/>
              <p:nvPr/>
            </p:nvSpPr>
            <p:spPr>
              <a:xfrm rot="-766793">
                <a:off x="8530098" y="4207057"/>
                <a:ext cx="49212" cy="57148"/>
              </a:xfrm>
              <a:custGeom>
                <a:rect b="b" l="l" r="r" t="t"/>
                <a:pathLst>
                  <a:path extrusionOk="0" h="22" w="19">
                    <a:moveTo>
                      <a:pt x="0" y="22"/>
                    </a:moveTo>
                    <a:cubicBezTo>
                      <a:pt x="7" y="16"/>
                      <a:pt x="14" y="9"/>
                      <a:pt x="19" y="0"/>
                    </a:cubicBezTo>
                    <a:cubicBezTo>
                      <a:pt x="11" y="6"/>
                      <a:pt x="5" y="14"/>
                      <a:pt x="0" y="2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 name="Google Shape;311;p9"/>
              <p:cNvSpPr/>
              <p:nvPr/>
            </p:nvSpPr>
            <p:spPr>
              <a:xfrm rot="-766793">
                <a:off x="8101964" y="4446764"/>
                <a:ext cx="79373" cy="19049"/>
              </a:xfrm>
              <a:custGeom>
                <a:rect b="b" l="l" r="r" t="t"/>
                <a:pathLst>
                  <a:path extrusionOk="0" h="7" w="31">
                    <a:moveTo>
                      <a:pt x="0" y="7"/>
                    </a:moveTo>
                    <a:cubicBezTo>
                      <a:pt x="11" y="6"/>
                      <a:pt x="21" y="4"/>
                      <a:pt x="31" y="0"/>
                    </a:cubicBezTo>
                    <a:cubicBezTo>
                      <a:pt x="21" y="0"/>
                      <a:pt x="10" y="3"/>
                      <a:pt x="0" y="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9"/>
              <p:cNvSpPr/>
              <p:nvPr/>
            </p:nvSpPr>
            <p:spPr>
              <a:xfrm rot="-766793">
                <a:off x="8230536" y="4387118"/>
                <a:ext cx="46037" cy="12700"/>
              </a:xfrm>
              <a:custGeom>
                <a:rect b="b" l="l" r="r" t="t"/>
                <a:pathLst>
                  <a:path extrusionOk="0" h="5" w="18">
                    <a:moveTo>
                      <a:pt x="0" y="5"/>
                    </a:moveTo>
                    <a:cubicBezTo>
                      <a:pt x="6" y="4"/>
                      <a:pt x="12" y="3"/>
                      <a:pt x="18" y="0"/>
                    </a:cubicBezTo>
                    <a:cubicBezTo>
                      <a:pt x="12" y="1"/>
                      <a:pt x="6" y="2"/>
                      <a:pt x="0" y="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9"/>
              <p:cNvSpPr/>
              <p:nvPr/>
            </p:nvSpPr>
            <p:spPr>
              <a:xfrm rot="-766793">
                <a:off x="8191281" y="4408100"/>
                <a:ext cx="84136" cy="22224"/>
              </a:xfrm>
              <a:custGeom>
                <a:rect b="b" l="l" r="r" t="t"/>
                <a:pathLst>
                  <a:path extrusionOk="0" h="9" w="32">
                    <a:moveTo>
                      <a:pt x="0" y="9"/>
                    </a:moveTo>
                    <a:cubicBezTo>
                      <a:pt x="11" y="7"/>
                      <a:pt x="22" y="4"/>
                      <a:pt x="32" y="0"/>
                    </a:cubicBezTo>
                    <a:cubicBezTo>
                      <a:pt x="21" y="1"/>
                      <a:pt x="10" y="4"/>
                      <a:pt x="0" y="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9"/>
              <p:cNvSpPr/>
              <p:nvPr/>
            </p:nvSpPr>
            <p:spPr>
              <a:xfrm rot="-766793">
                <a:off x="8237369" y="4430446"/>
                <a:ext cx="52387" cy="14288"/>
              </a:xfrm>
              <a:custGeom>
                <a:rect b="b" l="l" r="r" t="t"/>
                <a:pathLst>
                  <a:path extrusionOk="0" h="6" w="20">
                    <a:moveTo>
                      <a:pt x="0" y="6"/>
                    </a:moveTo>
                    <a:cubicBezTo>
                      <a:pt x="7" y="5"/>
                      <a:pt x="13" y="3"/>
                      <a:pt x="20" y="0"/>
                    </a:cubicBezTo>
                    <a:cubicBezTo>
                      <a:pt x="13" y="1"/>
                      <a:pt x="6" y="3"/>
                      <a:pt x="0" y="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9"/>
              <p:cNvSpPr/>
              <p:nvPr/>
            </p:nvSpPr>
            <p:spPr>
              <a:xfrm rot="-766793">
                <a:off x="7758276" y="4553843"/>
                <a:ext cx="273042" cy="68261"/>
              </a:xfrm>
              <a:custGeom>
                <a:rect b="b" l="l" r="r" t="t"/>
                <a:pathLst>
                  <a:path extrusionOk="0" h="26" w="105">
                    <a:moveTo>
                      <a:pt x="76" y="3"/>
                    </a:moveTo>
                    <a:cubicBezTo>
                      <a:pt x="50" y="8"/>
                      <a:pt x="25" y="18"/>
                      <a:pt x="0" y="26"/>
                    </a:cubicBezTo>
                    <a:cubicBezTo>
                      <a:pt x="18" y="25"/>
                      <a:pt x="35" y="21"/>
                      <a:pt x="52" y="17"/>
                    </a:cubicBezTo>
                    <a:cubicBezTo>
                      <a:pt x="69" y="12"/>
                      <a:pt x="86" y="6"/>
                      <a:pt x="102" y="0"/>
                    </a:cubicBezTo>
                    <a:cubicBezTo>
                      <a:pt x="103" y="0"/>
                      <a:pt x="104" y="0"/>
                      <a:pt x="105" y="0"/>
                    </a:cubicBezTo>
                    <a:cubicBezTo>
                      <a:pt x="95" y="0"/>
                      <a:pt x="85" y="1"/>
                      <a:pt x="76" y="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9"/>
              <p:cNvSpPr/>
              <p:nvPr/>
            </p:nvSpPr>
            <p:spPr>
              <a:xfrm rot="-766793">
                <a:off x="7968184" y="4555722"/>
                <a:ext cx="74611" cy="14288"/>
              </a:xfrm>
              <a:custGeom>
                <a:rect b="b" l="l" r="r" t="t"/>
                <a:pathLst>
                  <a:path extrusionOk="0" h="6" w="29">
                    <a:moveTo>
                      <a:pt x="0" y="6"/>
                    </a:moveTo>
                    <a:cubicBezTo>
                      <a:pt x="10" y="6"/>
                      <a:pt x="20" y="4"/>
                      <a:pt x="29" y="0"/>
                    </a:cubicBezTo>
                    <a:cubicBezTo>
                      <a:pt x="18" y="1"/>
                      <a:pt x="10" y="3"/>
                      <a:pt x="0" y="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 name="Google Shape;317;p9"/>
              <p:cNvSpPr/>
              <p:nvPr/>
            </p:nvSpPr>
            <p:spPr>
              <a:xfrm rot="-766793">
                <a:off x="8050212" y="4599064"/>
                <a:ext cx="249231" cy="42862"/>
              </a:xfrm>
              <a:custGeom>
                <a:rect b="b" l="l" r="r" t="t"/>
                <a:pathLst>
                  <a:path extrusionOk="0" h="16" w="96">
                    <a:moveTo>
                      <a:pt x="95" y="0"/>
                    </a:moveTo>
                    <a:cubicBezTo>
                      <a:pt x="92" y="0"/>
                      <a:pt x="89" y="0"/>
                      <a:pt x="86" y="1"/>
                    </a:cubicBezTo>
                    <a:cubicBezTo>
                      <a:pt x="75" y="1"/>
                      <a:pt x="64" y="2"/>
                      <a:pt x="52" y="3"/>
                    </a:cubicBezTo>
                    <a:cubicBezTo>
                      <a:pt x="34" y="6"/>
                      <a:pt x="19" y="11"/>
                      <a:pt x="0" y="16"/>
                    </a:cubicBezTo>
                    <a:cubicBezTo>
                      <a:pt x="32" y="16"/>
                      <a:pt x="63" y="8"/>
                      <a:pt x="94" y="1"/>
                    </a:cubicBezTo>
                    <a:cubicBezTo>
                      <a:pt x="95" y="1"/>
                      <a:pt x="96" y="0"/>
                      <a:pt x="9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9"/>
              <p:cNvSpPr/>
              <p:nvPr/>
            </p:nvSpPr>
            <p:spPr>
              <a:xfrm rot="-766793">
                <a:off x="8338212" y="4534631"/>
                <a:ext cx="36512" cy="7938"/>
              </a:xfrm>
              <a:custGeom>
                <a:rect b="b" l="l" r="r" t="t"/>
                <a:pathLst>
                  <a:path extrusionOk="0" h="3" w="14">
                    <a:moveTo>
                      <a:pt x="0" y="3"/>
                    </a:moveTo>
                    <a:cubicBezTo>
                      <a:pt x="5" y="3"/>
                      <a:pt x="9" y="2"/>
                      <a:pt x="14" y="0"/>
                    </a:cubicBezTo>
                    <a:cubicBezTo>
                      <a:pt x="9" y="0"/>
                      <a:pt x="5" y="1"/>
                      <a:pt x="0" y="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9"/>
              <p:cNvSpPr/>
              <p:nvPr/>
            </p:nvSpPr>
            <p:spPr>
              <a:xfrm rot="-766793">
                <a:off x="7618149" y="4332960"/>
                <a:ext cx="1058834" cy="392102"/>
              </a:xfrm>
              <a:custGeom>
                <a:rect b="b" l="l" r="r" t="t"/>
                <a:pathLst>
                  <a:path extrusionOk="0" h="151" w="407">
                    <a:moveTo>
                      <a:pt x="402" y="1"/>
                    </a:moveTo>
                    <a:cubicBezTo>
                      <a:pt x="401" y="3"/>
                      <a:pt x="322" y="103"/>
                      <a:pt x="321" y="105"/>
                    </a:cubicBezTo>
                    <a:cubicBezTo>
                      <a:pt x="39" y="149"/>
                      <a:pt x="39" y="149"/>
                      <a:pt x="39" y="149"/>
                    </a:cubicBezTo>
                    <a:cubicBezTo>
                      <a:pt x="39" y="148"/>
                      <a:pt x="39" y="148"/>
                      <a:pt x="39" y="148"/>
                    </a:cubicBezTo>
                    <a:cubicBezTo>
                      <a:pt x="19" y="132"/>
                      <a:pt x="3" y="103"/>
                      <a:pt x="9" y="77"/>
                    </a:cubicBezTo>
                    <a:cubicBezTo>
                      <a:pt x="8" y="77"/>
                      <a:pt x="8" y="77"/>
                      <a:pt x="8" y="77"/>
                    </a:cubicBezTo>
                    <a:cubicBezTo>
                      <a:pt x="8" y="77"/>
                      <a:pt x="8" y="77"/>
                      <a:pt x="8" y="77"/>
                    </a:cubicBezTo>
                    <a:cubicBezTo>
                      <a:pt x="8" y="77"/>
                      <a:pt x="7" y="77"/>
                      <a:pt x="6" y="77"/>
                    </a:cubicBezTo>
                    <a:cubicBezTo>
                      <a:pt x="6" y="77"/>
                      <a:pt x="6" y="77"/>
                      <a:pt x="6" y="77"/>
                    </a:cubicBezTo>
                    <a:cubicBezTo>
                      <a:pt x="6" y="77"/>
                      <a:pt x="6" y="77"/>
                      <a:pt x="6" y="77"/>
                    </a:cubicBezTo>
                    <a:cubicBezTo>
                      <a:pt x="6" y="78"/>
                      <a:pt x="6" y="78"/>
                      <a:pt x="6" y="78"/>
                    </a:cubicBezTo>
                    <a:cubicBezTo>
                      <a:pt x="6" y="78"/>
                      <a:pt x="6" y="78"/>
                      <a:pt x="6" y="78"/>
                    </a:cubicBezTo>
                    <a:cubicBezTo>
                      <a:pt x="6" y="78"/>
                      <a:pt x="6" y="78"/>
                      <a:pt x="6" y="78"/>
                    </a:cubicBezTo>
                    <a:cubicBezTo>
                      <a:pt x="0" y="105"/>
                      <a:pt x="16" y="135"/>
                      <a:pt x="37" y="151"/>
                    </a:cubicBezTo>
                    <a:cubicBezTo>
                      <a:pt x="319" y="108"/>
                      <a:pt x="319" y="108"/>
                      <a:pt x="319" y="108"/>
                    </a:cubicBezTo>
                    <a:cubicBezTo>
                      <a:pt x="324" y="107"/>
                      <a:pt x="324" y="107"/>
                      <a:pt x="324" y="107"/>
                    </a:cubicBezTo>
                    <a:cubicBezTo>
                      <a:pt x="407" y="0"/>
                      <a:pt x="407" y="0"/>
                      <a:pt x="407" y="0"/>
                    </a:cubicBezTo>
                    <a:cubicBezTo>
                      <a:pt x="402" y="1"/>
                      <a:pt x="402" y="1"/>
                      <a:pt x="402" y="1"/>
                    </a:cubicBezTo>
                  </a:path>
                </a:pathLst>
              </a:custGeom>
              <a:solidFill>
                <a:srgbClr val="7A8C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9"/>
              <p:cNvSpPr/>
              <p:nvPr/>
            </p:nvSpPr>
            <p:spPr>
              <a:xfrm rot="-766793">
                <a:off x="7629123" y="4331732"/>
                <a:ext cx="1047720" cy="392102"/>
              </a:xfrm>
              <a:custGeom>
                <a:rect b="b" l="l" r="r" t="t"/>
                <a:pathLst>
                  <a:path extrusionOk="0" h="151" w="403">
                    <a:moveTo>
                      <a:pt x="403" y="0"/>
                    </a:moveTo>
                    <a:cubicBezTo>
                      <a:pt x="398" y="1"/>
                      <a:pt x="398" y="1"/>
                      <a:pt x="398" y="1"/>
                    </a:cubicBezTo>
                    <a:cubicBezTo>
                      <a:pt x="398" y="1"/>
                      <a:pt x="398" y="1"/>
                      <a:pt x="398" y="1"/>
                    </a:cubicBezTo>
                    <a:cubicBezTo>
                      <a:pt x="398" y="1"/>
                      <a:pt x="398" y="1"/>
                      <a:pt x="398" y="1"/>
                    </a:cubicBezTo>
                    <a:cubicBezTo>
                      <a:pt x="397" y="3"/>
                      <a:pt x="318" y="103"/>
                      <a:pt x="317" y="105"/>
                    </a:cubicBezTo>
                    <a:cubicBezTo>
                      <a:pt x="317" y="105"/>
                      <a:pt x="317" y="105"/>
                      <a:pt x="317" y="105"/>
                    </a:cubicBezTo>
                    <a:cubicBezTo>
                      <a:pt x="35" y="149"/>
                      <a:pt x="35" y="149"/>
                      <a:pt x="35" y="149"/>
                    </a:cubicBezTo>
                    <a:cubicBezTo>
                      <a:pt x="35" y="148"/>
                      <a:pt x="35" y="148"/>
                      <a:pt x="35" y="148"/>
                    </a:cubicBezTo>
                    <a:cubicBezTo>
                      <a:pt x="28" y="143"/>
                      <a:pt x="22" y="136"/>
                      <a:pt x="16" y="128"/>
                    </a:cubicBezTo>
                    <a:cubicBezTo>
                      <a:pt x="16" y="128"/>
                      <a:pt x="16" y="128"/>
                      <a:pt x="16" y="128"/>
                    </a:cubicBezTo>
                    <a:cubicBezTo>
                      <a:pt x="16" y="128"/>
                      <a:pt x="16" y="127"/>
                      <a:pt x="16" y="127"/>
                    </a:cubicBezTo>
                    <a:cubicBezTo>
                      <a:pt x="16" y="127"/>
                      <a:pt x="16" y="127"/>
                      <a:pt x="16" y="127"/>
                    </a:cubicBezTo>
                    <a:cubicBezTo>
                      <a:pt x="16" y="127"/>
                      <a:pt x="16" y="127"/>
                      <a:pt x="16" y="127"/>
                    </a:cubicBezTo>
                    <a:cubicBezTo>
                      <a:pt x="11" y="119"/>
                      <a:pt x="7" y="110"/>
                      <a:pt x="5" y="101"/>
                    </a:cubicBezTo>
                    <a:cubicBezTo>
                      <a:pt x="5" y="101"/>
                      <a:pt x="5" y="101"/>
                      <a:pt x="5" y="101"/>
                    </a:cubicBezTo>
                    <a:cubicBezTo>
                      <a:pt x="5" y="101"/>
                      <a:pt x="5" y="101"/>
                      <a:pt x="5" y="101"/>
                    </a:cubicBezTo>
                    <a:cubicBezTo>
                      <a:pt x="5" y="101"/>
                      <a:pt x="5" y="101"/>
                      <a:pt x="5" y="101"/>
                    </a:cubicBezTo>
                    <a:cubicBezTo>
                      <a:pt x="5" y="101"/>
                      <a:pt x="5" y="101"/>
                      <a:pt x="5" y="101"/>
                    </a:cubicBezTo>
                    <a:cubicBezTo>
                      <a:pt x="5" y="100"/>
                      <a:pt x="5" y="100"/>
                      <a:pt x="5" y="100"/>
                    </a:cubicBezTo>
                    <a:cubicBezTo>
                      <a:pt x="5" y="100"/>
                      <a:pt x="5" y="100"/>
                      <a:pt x="5" y="100"/>
                    </a:cubicBezTo>
                    <a:cubicBezTo>
                      <a:pt x="5" y="100"/>
                      <a:pt x="5" y="100"/>
                      <a:pt x="5" y="100"/>
                    </a:cubicBezTo>
                    <a:cubicBezTo>
                      <a:pt x="5" y="100"/>
                      <a:pt x="5" y="100"/>
                      <a:pt x="5" y="100"/>
                    </a:cubicBezTo>
                    <a:cubicBezTo>
                      <a:pt x="4" y="96"/>
                      <a:pt x="4" y="91"/>
                      <a:pt x="4" y="87"/>
                    </a:cubicBezTo>
                    <a:cubicBezTo>
                      <a:pt x="4" y="84"/>
                      <a:pt x="4" y="80"/>
                      <a:pt x="5" y="77"/>
                    </a:cubicBezTo>
                    <a:cubicBezTo>
                      <a:pt x="5" y="77"/>
                      <a:pt x="5" y="77"/>
                      <a:pt x="5" y="77"/>
                    </a:cubicBezTo>
                    <a:cubicBezTo>
                      <a:pt x="4" y="77"/>
                      <a:pt x="4" y="77"/>
                      <a:pt x="4" y="77"/>
                    </a:cubicBezTo>
                    <a:cubicBezTo>
                      <a:pt x="4" y="77"/>
                      <a:pt x="4" y="77"/>
                      <a:pt x="4" y="77"/>
                    </a:cubicBezTo>
                    <a:cubicBezTo>
                      <a:pt x="4" y="77"/>
                      <a:pt x="4" y="77"/>
                      <a:pt x="4" y="77"/>
                    </a:cubicBezTo>
                    <a:cubicBezTo>
                      <a:pt x="4" y="77"/>
                      <a:pt x="4" y="77"/>
                      <a:pt x="4" y="77"/>
                    </a:cubicBezTo>
                    <a:cubicBezTo>
                      <a:pt x="4" y="77"/>
                      <a:pt x="3" y="77"/>
                      <a:pt x="2" y="77"/>
                    </a:cubicBezTo>
                    <a:cubicBezTo>
                      <a:pt x="2" y="77"/>
                      <a:pt x="2" y="77"/>
                      <a:pt x="2" y="77"/>
                    </a:cubicBezTo>
                    <a:cubicBezTo>
                      <a:pt x="2" y="77"/>
                      <a:pt x="2" y="77"/>
                      <a:pt x="2" y="77"/>
                    </a:cubicBezTo>
                    <a:cubicBezTo>
                      <a:pt x="2" y="77"/>
                      <a:pt x="2" y="77"/>
                      <a:pt x="2" y="77"/>
                    </a:cubicBezTo>
                    <a:cubicBezTo>
                      <a:pt x="2" y="77"/>
                      <a:pt x="2" y="77"/>
                      <a:pt x="2" y="77"/>
                    </a:cubicBezTo>
                    <a:cubicBezTo>
                      <a:pt x="2" y="78"/>
                      <a:pt x="2" y="78"/>
                      <a:pt x="2" y="78"/>
                    </a:cubicBezTo>
                    <a:cubicBezTo>
                      <a:pt x="1" y="80"/>
                      <a:pt x="1" y="81"/>
                      <a:pt x="1" y="82"/>
                    </a:cubicBezTo>
                    <a:cubicBezTo>
                      <a:pt x="1" y="85"/>
                      <a:pt x="0" y="87"/>
                      <a:pt x="0" y="89"/>
                    </a:cubicBezTo>
                    <a:cubicBezTo>
                      <a:pt x="1" y="113"/>
                      <a:pt x="14" y="137"/>
                      <a:pt x="33" y="151"/>
                    </a:cubicBezTo>
                    <a:cubicBezTo>
                      <a:pt x="315" y="108"/>
                      <a:pt x="315" y="108"/>
                      <a:pt x="315" y="108"/>
                    </a:cubicBezTo>
                    <a:cubicBezTo>
                      <a:pt x="320" y="107"/>
                      <a:pt x="320" y="107"/>
                      <a:pt x="320" y="107"/>
                    </a:cubicBezTo>
                    <a:cubicBezTo>
                      <a:pt x="403" y="0"/>
                      <a:pt x="403" y="0"/>
                      <a:pt x="403"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9"/>
              <p:cNvSpPr/>
              <p:nvPr/>
            </p:nvSpPr>
            <p:spPr>
              <a:xfrm rot="-766793">
                <a:off x="7861599" y="4573703"/>
                <a:ext cx="158746" cy="277805"/>
              </a:xfrm>
              <a:custGeom>
                <a:rect b="b" l="l" r="r" t="t"/>
                <a:pathLst>
                  <a:path extrusionOk="0" h="107" w="61">
                    <a:moveTo>
                      <a:pt x="51" y="46"/>
                    </a:moveTo>
                    <a:cubicBezTo>
                      <a:pt x="54" y="59"/>
                      <a:pt x="58" y="72"/>
                      <a:pt x="60" y="85"/>
                    </a:cubicBezTo>
                    <a:cubicBezTo>
                      <a:pt x="60" y="90"/>
                      <a:pt x="61" y="94"/>
                      <a:pt x="61" y="98"/>
                    </a:cubicBezTo>
                    <a:cubicBezTo>
                      <a:pt x="61" y="99"/>
                      <a:pt x="61" y="100"/>
                      <a:pt x="60" y="101"/>
                    </a:cubicBezTo>
                    <a:cubicBezTo>
                      <a:pt x="15" y="107"/>
                      <a:pt x="15" y="107"/>
                      <a:pt x="15" y="107"/>
                    </a:cubicBezTo>
                    <a:cubicBezTo>
                      <a:pt x="19" y="105"/>
                      <a:pt x="13" y="83"/>
                      <a:pt x="12" y="79"/>
                    </a:cubicBezTo>
                    <a:cubicBezTo>
                      <a:pt x="7" y="56"/>
                      <a:pt x="0" y="33"/>
                      <a:pt x="0" y="10"/>
                    </a:cubicBezTo>
                    <a:cubicBezTo>
                      <a:pt x="45" y="0"/>
                      <a:pt x="45" y="0"/>
                      <a:pt x="45" y="0"/>
                    </a:cubicBezTo>
                    <a:cubicBezTo>
                      <a:pt x="45" y="15"/>
                      <a:pt x="48" y="31"/>
                      <a:pt x="51" y="4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9"/>
              <p:cNvSpPr/>
              <p:nvPr/>
            </p:nvSpPr>
            <p:spPr>
              <a:xfrm rot="-766793">
                <a:off x="7892830" y="4780105"/>
                <a:ext cx="147634" cy="69848"/>
              </a:xfrm>
              <a:custGeom>
                <a:rect b="b" l="l" r="r" t="t"/>
                <a:pathLst>
                  <a:path extrusionOk="0" h="27" w="57">
                    <a:moveTo>
                      <a:pt x="57" y="21"/>
                    </a:moveTo>
                    <a:cubicBezTo>
                      <a:pt x="12" y="27"/>
                      <a:pt x="12" y="27"/>
                      <a:pt x="12" y="27"/>
                    </a:cubicBezTo>
                    <a:cubicBezTo>
                      <a:pt x="11" y="27"/>
                      <a:pt x="10" y="26"/>
                      <a:pt x="9" y="24"/>
                    </a:cubicBezTo>
                    <a:cubicBezTo>
                      <a:pt x="7" y="20"/>
                      <a:pt x="4" y="7"/>
                      <a:pt x="0" y="7"/>
                    </a:cubicBezTo>
                    <a:cubicBezTo>
                      <a:pt x="45" y="0"/>
                      <a:pt x="45" y="0"/>
                      <a:pt x="45" y="0"/>
                    </a:cubicBezTo>
                    <a:cubicBezTo>
                      <a:pt x="45" y="0"/>
                      <a:pt x="46" y="1"/>
                      <a:pt x="47" y="1"/>
                    </a:cubicBezTo>
                    <a:cubicBezTo>
                      <a:pt x="50" y="5"/>
                      <a:pt x="52" y="20"/>
                      <a:pt x="57"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9"/>
              <p:cNvSpPr/>
              <p:nvPr/>
            </p:nvSpPr>
            <p:spPr>
              <a:xfrm rot="-766793">
                <a:off x="7890586" y="4781614"/>
                <a:ext cx="131759" cy="134934"/>
              </a:xfrm>
              <a:custGeom>
                <a:rect b="b" l="l" r="r" t="t"/>
                <a:pathLst>
                  <a:path extrusionOk="0" h="52" w="51">
                    <a:moveTo>
                      <a:pt x="46" y="11"/>
                    </a:moveTo>
                    <a:cubicBezTo>
                      <a:pt x="45" y="19"/>
                      <a:pt x="51" y="41"/>
                      <a:pt x="46" y="46"/>
                    </a:cubicBezTo>
                    <a:cubicBezTo>
                      <a:pt x="46" y="47"/>
                      <a:pt x="3" y="51"/>
                      <a:pt x="2" y="52"/>
                    </a:cubicBezTo>
                    <a:cubicBezTo>
                      <a:pt x="6" y="50"/>
                      <a:pt x="4" y="39"/>
                      <a:pt x="4" y="36"/>
                    </a:cubicBezTo>
                    <a:cubicBezTo>
                      <a:pt x="4" y="29"/>
                      <a:pt x="0" y="12"/>
                      <a:pt x="4" y="7"/>
                    </a:cubicBezTo>
                    <a:cubicBezTo>
                      <a:pt x="4" y="7"/>
                      <a:pt x="48" y="0"/>
                      <a:pt x="48" y="0"/>
                    </a:cubicBezTo>
                    <a:cubicBezTo>
                      <a:pt x="46" y="1"/>
                      <a:pt x="46" y="8"/>
                      <a:pt x="46" y="1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9"/>
              <p:cNvSpPr/>
              <p:nvPr/>
            </p:nvSpPr>
            <p:spPr>
              <a:xfrm rot="-766793">
                <a:off x="7908965" y="4903212"/>
                <a:ext cx="114297" cy="12700"/>
              </a:xfrm>
              <a:custGeom>
                <a:rect b="b" l="l" r="r" t="t"/>
                <a:pathLst>
                  <a:path extrusionOk="0" h="8" w="72">
                    <a:moveTo>
                      <a:pt x="72" y="0"/>
                    </a:moveTo>
                    <a:lnTo>
                      <a:pt x="0" y="8"/>
                    </a:lnTo>
                    <a:lnTo>
                      <a:pt x="0" y="8"/>
                    </a:lnTo>
                    <a:lnTo>
                      <a:pt x="70" y="0"/>
                    </a:lnTo>
                    <a:lnTo>
                      <a:pt x="72" y="0"/>
                    </a:lnTo>
                    <a:close/>
                  </a:path>
                </a:pathLst>
              </a:custGeom>
              <a:solidFill>
                <a:srgbClr val="FFBE7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5" name="Google Shape;325;p9"/>
            <p:cNvGrpSpPr/>
            <p:nvPr/>
          </p:nvGrpSpPr>
          <p:grpSpPr>
            <a:xfrm rot="6264258">
              <a:off x="205500" y="-430079"/>
              <a:ext cx="1144458" cy="877963"/>
              <a:chOff x="6729413" y="2840263"/>
              <a:chExt cx="742950" cy="569913"/>
            </a:xfrm>
          </p:grpSpPr>
          <p:sp>
            <p:nvSpPr>
              <p:cNvPr id="326" name="Google Shape;326;p9"/>
              <p:cNvSpPr/>
              <p:nvPr/>
            </p:nvSpPr>
            <p:spPr>
              <a:xfrm>
                <a:off x="7326313" y="2840263"/>
                <a:ext cx="146050" cy="122238"/>
              </a:xfrm>
              <a:custGeom>
                <a:rect b="b" l="l" r="r" t="t"/>
                <a:pathLst>
                  <a:path extrusionOk="0" h="47" w="56">
                    <a:moveTo>
                      <a:pt x="41" y="20"/>
                    </a:moveTo>
                    <a:cubicBezTo>
                      <a:pt x="56" y="0"/>
                      <a:pt x="56" y="0"/>
                      <a:pt x="56" y="0"/>
                    </a:cubicBezTo>
                    <a:cubicBezTo>
                      <a:pt x="33" y="9"/>
                      <a:pt x="33" y="9"/>
                      <a:pt x="33" y="9"/>
                    </a:cubicBezTo>
                    <a:cubicBezTo>
                      <a:pt x="13" y="17"/>
                      <a:pt x="13" y="17"/>
                      <a:pt x="13" y="17"/>
                    </a:cubicBezTo>
                    <a:cubicBezTo>
                      <a:pt x="11" y="18"/>
                      <a:pt x="9" y="19"/>
                      <a:pt x="8" y="20"/>
                    </a:cubicBezTo>
                    <a:cubicBezTo>
                      <a:pt x="0" y="26"/>
                      <a:pt x="0" y="26"/>
                      <a:pt x="0" y="26"/>
                    </a:cubicBezTo>
                    <a:cubicBezTo>
                      <a:pt x="16" y="47"/>
                      <a:pt x="16" y="47"/>
                      <a:pt x="16" y="47"/>
                    </a:cubicBezTo>
                    <a:cubicBezTo>
                      <a:pt x="23" y="41"/>
                      <a:pt x="23" y="41"/>
                      <a:pt x="23" y="41"/>
                    </a:cubicBezTo>
                    <a:cubicBezTo>
                      <a:pt x="25" y="40"/>
                      <a:pt x="27" y="38"/>
                      <a:pt x="28" y="37"/>
                    </a:cubicBezTo>
                    <a:lnTo>
                      <a:pt x="41" y="2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9"/>
              <p:cNvSpPr/>
              <p:nvPr/>
            </p:nvSpPr>
            <p:spPr>
              <a:xfrm>
                <a:off x="7423150" y="2840263"/>
                <a:ext cx="49213" cy="33338"/>
              </a:xfrm>
              <a:custGeom>
                <a:rect b="b" l="l" r="r" t="t"/>
                <a:pathLst>
                  <a:path extrusionOk="0" h="21" w="31">
                    <a:moveTo>
                      <a:pt x="0" y="13"/>
                    </a:moveTo>
                    <a:lnTo>
                      <a:pt x="16" y="21"/>
                    </a:lnTo>
                    <a:lnTo>
                      <a:pt x="31"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9"/>
              <p:cNvSpPr/>
              <p:nvPr/>
            </p:nvSpPr>
            <p:spPr>
              <a:xfrm>
                <a:off x="6835775" y="2892650"/>
                <a:ext cx="525463" cy="403225"/>
              </a:xfrm>
              <a:custGeom>
                <a:rect b="b" l="l" r="r" t="t"/>
                <a:pathLst>
                  <a:path extrusionOk="0" h="155" w="202">
                    <a:moveTo>
                      <a:pt x="5" y="155"/>
                    </a:moveTo>
                    <a:cubicBezTo>
                      <a:pt x="0" y="148"/>
                      <a:pt x="0" y="148"/>
                      <a:pt x="0" y="148"/>
                    </a:cubicBezTo>
                    <a:cubicBezTo>
                      <a:pt x="195" y="2"/>
                      <a:pt x="195" y="2"/>
                      <a:pt x="195" y="2"/>
                    </a:cubicBezTo>
                    <a:cubicBezTo>
                      <a:pt x="197" y="0"/>
                      <a:pt x="199" y="1"/>
                      <a:pt x="201" y="3"/>
                    </a:cubicBezTo>
                    <a:cubicBezTo>
                      <a:pt x="202" y="5"/>
                      <a:pt x="202" y="7"/>
                      <a:pt x="200" y="9"/>
                    </a:cubicBezTo>
                    <a:lnTo>
                      <a:pt x="5" y="1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9"/>
              <p:cNvSpPr/>
              <p:nvPr/>
            </p:nvSpPr>
            <p:spPr>
              <a:xfrm>
                <a:off x="6861175" y="2929163"/>
                <a:ext cx="528638" cy="403225"/>
              </a:xfrm>
              <a:custGeom>
                <a:rect b="b" l="l" r="r" t="t"/>
                <a:pathLst>
                  <a:path extrusionOk="0" h="155" w="203">
                    <a:moveTo>
                      <a:pt x="5" y="155"/>
                    </a:moveTo>
                    <a:cubicBezTo>
                      <a:pt x="0" y="148"/>
                      <a:pt x="0" y="148"/>
                      <a:pt x="0" y="148"/>
                    </a:cubicBezTo>
                    <a:cubicBezTo>
                      <a:pt x="195" y="2"/>
                      <a:pt x="195" y="2"/>
                      <a:pt x="195" y="2"/>
                    </a:cubicBezTo>
                    <a:cubicBezTo>
                      <a:pt x="197" y="0"/>
                      <a:pt x="200" y="1"/>
                      <a:pt x="201" y="3"/>
                    </a:cubicBezTo>
                    <a:cubicBezTo>
                      <a:pt x="203" y="5"/>
                      <a:pt x="202" y="7"/>
                      <a:pt x="200" y="9"/>
                    </a:cubicBezTo>
                    <a:lnTo>
                      <a:pt x="5" y="1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9"/>
              <p:cNvSpPr/>
              <p:nvPr/>
            </p:nvSpPr>
            <p:spPr>
              <a:xfrm>
                <a:off x="6845300" y="2910113"/>
                <a:ext cx="531813" cy="406400"/>
              </a:xfrm>
              <a:custGeom>
                <a:rect b="b" l="l" r="r" t="t"/>
                <a:pathLst>
                  <a:path extrusionOk="0" h="156" w="204">
                    <a:moveTo>
                      <a:pt x="7" y="156"/>
                    </a:moveTo>
                    <a:cubicBezTo>
                      <a:pt x="0" y="147"/>
                      <a:pt x="0" y="147"/>
                      <a:pt x="0" y="147"/>
                    </a:cubicBezTo>
                    <a:cubicBezTo>
                      <a:pt x="194" y="1"/>
                      <a:pt x="194" y="1"/>
                      <a:pt x="194" y="1"/>
                    </a:cubicBezTo>
                    <a:cubicBezTo>
                      <a:pt x="196" y="0"/>
                      <a:pt x="200" y="0"/>
                      <a:pt x="202" y="3"/>
                    </a:cubicBezTo>
                    <a:cubicBezTo>
                      <a:pt x="204" y="5"/>
                      <a:pt x="203" y="9"/>
                      <a:pt x="201" y="11"/>
                    </a:cubicBezTo>
                    <a:lnTo>
                      <a:pt x="7" y="1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9"/>
              <p:cNvSpPr/>
              <p:nvPr/>
            </p:nvSpPr>
            <p:spPr>
              <a:xfrm>
                <a:off x="6762750" y="3276825"/>
                <a:ext cx="111125" cy="109538"/>
              </a:xfrm>
              <a:custGeom>
                <a:rect b="b" l="l" r="r" t="t"/>
                <a:pathLst>
                  <a:path extrusionOk="0" h="69" w="70">
                    <a:moveTo>
                      <a:pt x="25" y="69"/>
                    </a:moveTo>
                    <a:lnTo>
                      <a:pt x="0" y="35"/>
                    </a:lnTo>
                    <a:lnTo>
                      <a:pt x="46" y="0"/>
                    </a:lnTo>
                    <a:lnTo>
                      <a:pt x="70" y="35"/>
                    </a:lnTo>
                    <a:lnTo>
                      <a:pt x="25" y="69"/>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9"/>
              <p:cNvSpPr/>
              <p:nvPr/>
            </p:nvSpPr>
            <p:spPr>
              <a:xfrm>
                <a:off x="6729413" y="3332388"/>
                <a:ext cx="73025" cy="77788"/>
              </a:xfrm>
              <a:custGeom>
                <a:rect b="b" l="l" r="r" t="t"/>
                <a:pathLst>
                  <a:path extrusionOk="0" h="30" w="28">
                    <a:moveTo>
                      <a:pt x="13" y="28"/>
                    </a:moveTo>
                    <a:cubicBezTo>
                      <a:pt x="2" y="13"/>
                      <a:pt x="2" y="13"/>
                      <a:pt x="2" y="13"/>
                    </a:cubicBezTo>
                    <a:cubicBezTo>
                      <a:pt x="0" y="11"/>
                      <a:pt x="1" y="9"/>
                      <a:pt x="2" y="8"/>
                    </a:cubicBezTo>
                    <a:cubicBezTo>
                      <a:pt x="13" y="0"/>
                      <a:pt x="13" y="0"/>
                      <a:pt x="13" y="0"/>
                    </a:cubicBezTo>
                    <a:cubicBezTo>
                      <a:pt x="28" y="21"/>
                      <a:pt x="28" y="21"/>
                      <a:pt x="28" y="21"/>
                    </a:cubicBezTo>
                    <a:cubicBezTo>
                      <a:pt x="18" y="28"/>
                      <a:pt x="18" y="28"/>
                      <a:pt x="18" y="28"/>
                    </a:cubicBezTo>
                    <a:cubicBezTo>
                      <a:pt x="16" y="30"/>
                      <a:pt x="14" y="29"/>
                      <a:pt x="13" y="2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9"/>
              <p:cNvSpPr/>
              <p:nvPr/>
            </p:nvSpPr>
            <p:spPr>
              <a:xfrm>
                <a:off x="6767513" y="3210150"/>
                <a:ext cx="0" cy="0"/>
              </a:xfrm>
              <a:custGeom>
                <a:rect b="b" l="l" r="r" t="t"/>
                <a:pathLst>
                  <a:path extrusionOk="0" h="120000" w="120000">
                    <a:moveTo>
                      <a:pt x="0" y="0"/>
                    </a:moveTo>
                    <a:cubicBezTo>
                      <a:pt x="0" y="0"/>
                      <a:pt x="0" y="0"/>
                      <a:pt x="0" y="0"/>
                    </a:cubicBezTo>
                    <a:cubicBezTo>
                      <a:pt x="0" y="0"/>
                      <a:pt x="0" y="0"/>
                      <a:pt x="0" y="0"/>
                    </a:cubicBezTo>
                  </a:path>
                </a:pathLst>
              </a:custGeom>
              <a:solidFill>
                <a:srgbClr val="FFECC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4" name="Google Shape;334;p9"/>
            <p:cNvGrpSpPr/>
            <p:nvPr/>
          </p:nvGrpSpPr>
          <p:grpSpPr>
            <a:xfrm>
              <a:off x="7058642" y="4769007"/>
              <a:ext cx="363963" cy="216188"/>
              <a:chOff x="6191763" y="4215150"/>
              <a:chExt cx="261938" cy="155576"/>
            </a:xfrm>
          </p:grpSpPr>
          <p:sp>
            <p:nvSpPr>
              <p:cNvPr id="335" name="Google Shape;335;p9"/>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9"/>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7" name="Google Shape;337;p9"/>
            <p:cNvGrpSpPr/>
            <p:nvPr/>
          </p:nvGrpSpPr>
          <p:grpSpPr>
            <a:xfrm rot="-1767078">
              <a:off x="-131478" y="566453"/>
              <a:ext cx="698504" cy="778325"/>
              <a:chOff x="5431538" y="3074425"/>
              <a:chExt cx="485775" cy="541338"/>
            </a:xfrm>
          </p:grpSpPr>
          <p:sp>
            <p:nvSpPr>
              <p:cNvPr id="338" name="Google Shape;338;p9"/>
              <p:cNvSpPr/>
              <p:nvPr/>
            </p:nvSpPr>
            <p:spPr>
              <a:xfrm>
                <a:off x="5431538" y="3074425"/>
                <a:ext cx="485775" cy="541338"/>
              </a:xfrm>
              <a:custGeom>
                <a:rect b="b" l="l" r="r" t="t"/>
                <a:pathLst>
                  <a:path extrusionOk="0" h="208" w="187">
                    <a:moveTo>
                      <a:pt x="187" y="99"/>
                    </a:moveTo>
                    <a:cubicBezTo>
                      <a:pt x="147" y="0"/>
                      <a:pt x="147" y="0"/>
                      <a:pt x="147" y="0"/>
                    </a:cubicBezTo>
                    <a:cubicBezTo>
                      <a:pt x="0" y="61"/>
                      <a:pt x="0" y="61"/>
                      <a:pt x="0" y="61"/>
                    </a:cubicBezTo>
                    <a:cubicBezTo>
                      <a:pt x="60" y="208"/>
                      <a:pt x="60" y="208"/>
                      <a:pt x="60" y="208"/>
                    </a:cubicBezTo>
                    <a:cubicBezTo>
                      <a:pt x="158" y="168"/>
                      <a:pt x="158" y="168"/>
                      <a:pt x="158" y="168"/>
                    </a:cubicBezTo>
                    <a:cubicBezTo>
                      <a:pt x="158" y="168"/>
                      <a:pt x="186" y="103"/>
                      <a:pt x="187" y="9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9"/>
              <p:cNvSpPr/>
              <p:nvPr/>
            </p:nvSpPr>
            <p:spPr>
              <a:xfrm>
                <a:off x="5480750" y="3134750"/>
                <a:ext cx="319088" cy="141288"/>
              </a:xfrm>
              <a:custGeom>
                <a:rect b="b" l="l" r="r" t="t"/>
                <a:pathLst>
                  <a:path extrusionOk="0" h="54" w="123">
                    <a:moveTo>
                      <a:pt x="3" y="54"/>
                    </a:moveTo>
                    <a:cubicBezTo>
                      <a:pt x="2" y="54"/>
                      <a:pt x="1" y="53"/>
                      <a:pt x="1" y="52"/>
                    </a:cubicBezTo>
                    <a:cubicBezTo>
                      <a:pt x="0" y="51"/>
                      <a:pt x="1" y="49"/>
                      <a:pt x="2" y="49"/>
                    </a:cubicBezTo>
                    <a:cubicBezTo>
                      <a:pt x="119" y="1"/>
                      <a:pt x="119" y="1"/>
                      <a:pt x="119" y="1"/>
                    </a:cubicBezTo>
                    <a:cubicBezTo>
                      <a:pt x="121" y="0"/>
                      <a:pt x="122" y="1"/>
                      <a:pt x="123" y="3"/>
                    </a:cubicBezTo>
                    <a:cubicBezTo>
                      <a:pt x="123" y="4"/>
                      <a:pt x="123" y="6"/>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9"/>
              <p:cNvSpPr/>
              <p:nvPr/>
            </p:nvSpPr>
            <p:spPr>
              <a:xfrm>
                <a:off x="5501388" y="3195075"/>
                <a:ext cx="322263" cy="139700"/>
              </a:xfrm>
              <a:custGeom>
                <a:rect b="b" l="l" r="r" t="t"/>
                <a:pathLst>
                  <a:path extrusionOk="0" h="54" w="124">
                    <a:moveTo>
                      <a:pt x="3" y="54"/>
                    </a:moveTo>
                    <a:cubicBezTo>
                      <a:pt x="2" y="54"/>
                      <a:pt x="1" y="53"/>
                      <a:pt x="1" y="52"/>
                    </a:cubicBezTo>
                    <a:cubicBezTo>
                      <a:pt x="0" y="51"/>
                      <a:pt x="1" y="49"/>
                      <a:pt x="2" y="48"/>
                    </a:cubicBezTo>
                    <a:cubicBezTo>
                      <a:pt x="120" y="1"/>
                      <a:pt x="120" y="1"/>
                      <a:pt x="120" y="1"/>
                    </a:cubicBezTo>
                    <a:cubicBezTo>
                      <a:pt x="121" y="0"/>
                      <a:pt x="123" y="1"/>
                      <a:pt x="123" y="2"/>
                    </a:cubicBezTo>
                    <a:cubicBezTo>
                      <a:pt x="124" y="4"/>
                      <a:pt x="123" y="5"/>
                      <a:pt x="122" y="6"/>
                    </a:cubicBezTo>
                    <a:cubicBezTo>
                      <a:pt x="4" y="53"/>
                      <a:pt x="4" y="53"/>
                      <a:pt x="4" y="53"/>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9"/>
              <p:cNvSpPr/>
              <p:nvPr/>
            </p:nvSpPr>
            <p:spPr>
              <a:xfrm>
                <a:off x="5526788" y="3253813"/>
                <a:ext cx="322263" cy="138113"/>
              </a:xfrm>
              <a:custGeom>
                <a:rect b="b" l="l" r="r" t="t"/>
                <a:pathLst>
                  <a:path extrusionOk="0" h="53" w="124">
                    <a:moveTo>
                      <a:pt x="3" y="53"/>
                    </a:moveTo>
                    <a:cubicBezTo>
                      <a:pt x="2" y="53"/>
                      <a:pt x="1" y="53"/>
                      <a:pt x="1" y="52"/>
                    </a:cubicBezTo>
                    <a:cubicBezTo>
                      <a:pt x="0" y="50"/>
                      <a:pt x="1" y="49"/>
                      <a:pt x="2" y="48"/>
                    </a:cubicBezTo>
                    <a:cubicBezTo>
                      <a:pt x="120" y="0"/>
                      <a:pt x="120" y="0"/>
                      <a:pt x="120" y="0"/>
                    </a:cubicBezTo>
                    <a:cubicBezTo>
                      <a:pt x="121" y="0"/>
                      <a:pt x="122" y="0"/>
                      <a:pt x="123" y="2"/>
                    </a:cubicBezTo>
                    <a:cubicBezTo>
                      <a:pt x="124" y="3"/>
                      <a:pt x="123" y="5"/>
                      <a:pt x="122" y="5"/>
                    </a:cubicBezTo>
                    <a:cubicBezTo>
                      <a:pt x="4" y="53"/>
                      <a:pt x="4" y="53"/>
                      <a:pt x="4" y="53"/>
                    </a:cubicBezTo>
                    <a:lnTo>
                      <a:pt x="3" y="53"/>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9"/>
              <p:cNvSpPr/>
              <p:nvPr/>
            </p:nvSpPr>
            <p:spPr>
              <a:xfrm>
                <a:off x="5553775" y="3314138"/>
                <a:ext cx="319088" cy="141288"/>
              </a:xfrm>
              <a:custGeom>
                <a:rect b="b" l="l" r="r" t="t"/>
                <a:pathLst>
                  <a:path extrusionOk="0" h="54" w="123">
                    <a:moveTo>
                      <a:pt x="3" y="54"/>
                    </a:moveTo>
                    <a:cubicBezTo>
                      <a:pt x="2" y="54"/>
                      <a:pt x="1" y="53"/>
                      <a:pt x="0" y="52"/>
                    </a:cubicBezTo>
                    <a:cubicBezTo>
                      <a:pt x="0" y="51"/>
                      <a:pt x="0" y="49"/>
                      <a:pt x="2" y="49"/>
                    </a:cubicBezTo>
                    <a:cubicBezTo>
                      <a:pt x="119" y="1"/>
                      <a:pt x="119" y="1"/>
                      <a:pt x="119" y="1"/>
                    </a:cubicBezTo>
                    <a:cubicBezTo>
                      <a:pt x="120" y="0"/>
                      <a:pt x="122" y="1"/>
                      <a:pt x="123" y="2"/>
                    </a:cubicBezTo>
                    <a:cubicBezTo>
                      <a:pt x="123" y="4"/>
                      <a:pt x="122" y="5"/>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9"/>
              <p:cNvSpPr/>
              <p:nvPr/>
            </p:nvSpPr>
            <p:spPr>
              <a:xfrm>
                <a:off x="5579175" y="3420500"/>
                <a:ext cx="217488" cy="100013"/>
              </a:xfrm>
              <a:custGeom>
                <a:rect b="b" l="l" r="r" t="t"/>
                <a:pathLst>
                  <a:path extrusionOk="0" h="38" w="84">
                    <a:moveTo>
                      <a:pt x="3" y="38"/>
                    </a:moveTo>
                    <a:cubicBezTo>
                      <a:pt x="2" y="38"/>
                      <a:pt x="1" y="37"/>
                      <a:pt x="1" y="36"/>
                    </a:cubicBezTo>
                    <a:cubicBezTo>
                      <a:pt x="0" y="34"/>
                      <a:pt x="1" y="33"/>
                      <a:pt x="2" y="32"/>
                    </a:cubicBezTo>
                    <a:cubicBezTo>
                      <a:pt x="80" y="1"/>
                      <a:pt x="80" y="1"/>
                      <a:pt x="80" y="1"/>
                    </a:cubicBezTo>
                    <a:cubicBezTo>
                      <a:pt x="81" y="0"/>
                      <a:pt x="83" y="1"/>
                      <a:pt x="83" y="2"/>
                    </a:cubicBezTo>
                    <a:cubicBezTo>
                      <a:pt x="84" y="4"/>
                      <a:pt x="83" y="5"/>
                      <a:pt x="82" y="6"/>
                    </a:cubicBezTo>
                    <a:cubicBezTo>
                      <a:pt x="4" y="37"/>
                      <a:pt x="4" y="37"/>
                      <a:pt x="4" y="37"/>
                    </a:cubicBezTo>
                    <a:cubicBezTo>
                      <a:pt x="3" y="38"/>
                      <a:pt x="3" y="38"/>
                      <a:pt x="3" y="38"/>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9"/>
              <p:cNvSpPr/>
              <p:nvPr/>
            </p:nvSpPr>
            <p:spPr>
              <a:xfrm>
                <a:off x="5790313" y="3333188"/>
                <a:ext cx="127000" cy="179388"/>
              </a:xfrm>
              <a:custGeom>
                <a:rect b="b" l="l" r="r" t="t"/>
                <a:pathLst>
                  <a:path extrusionOk="0" h="69" w="49">
                    <a:moveTo>
                      <a:pt x="49" y="0"/>
                    </a:moveTo>
                    <a:cubicBezTo>
                      <a:pt x="0" y="20"/>
                      <a:pt x="0" y="20"/>
                      <a:pt x="0" y="20"/>
                    </a:cubicBezTo>
                    <a:cubicBezTo>
                      <a:pt x="20" y="69"/>
                      <a:pt x="20" y="69"/>
                      <a:pt x="20" y="69"/>
                    </a:cubicBezTo>
                    <a:cubicBezTo>
                      <a:pt x="20" y="69"/>
                      <a:pt x="20" y="69"/>
                      <a:pt x="20" y="69"/>
                    </a:cubicBezTo>
                    <a:cubicBezTo>
                      <a:pt x="49" y="0"/>
                      <a:pt x="49" y="0"/>
                      <a:pt x="49"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45" name="Google Shape;345;p9"/>
            <p:cNvSpPr/>
            <p:nvPr/>
          </p:nvSpPr>
          <p:spPr>
            <a:xfrm>
              <a:off x="297750" y="-8100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9"/>
            <p:cNvSpPr/>
            <p:nvPr/>
          </p:nvSpPr>
          <p:spPr>
            <a:xfrm rot="-1851069">
              <a:off x="8635999" y="4787913"/>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47" name="Shape 347"/>
        <p:cNvGrpSpPr/>
        <p:nvPr/>
      </p:nvGrpSpPr>
      <p:grpSpPr>
        <a:xfrm>
          <a:off x="0" y="0"/>
          <a:ext cx="0" cy="0"/>
          <a:chOff x="0" y="0"/>
          <a:chExt cx="0" cy="0"/>
        </a:xfrm>
      </p:grpSpPr>
      <p:sp>
        <p:nvSpPr>
          <p:cNvPr id="348" name="Google Shape;348;p10"/>
          <p:cNvSpPr/>
          <p:nvPr>
            <p:ph idx="2" type="pic"/>
          </p:nvPr>
        </p:nvSpPr>
        <p:spPr>
          <a:xfrm>
            <a:off x="25" y="0"/>
            <a:ext cx="9144000" cy="5143500"/>
          </a:xfrm>
          <a:prstGeom prst="rect">
            <a:avLst/>
          </a:prstGeom>
          <a:noFill/>
          <a:ln>
            <a:noFill/>
          </a:ln>
        </p:spPr>
      </p:sp>
      <p:sp>
        <p:nvSpPr>
          <p:cNvPr id="349" name="Google Shape;349;p10"/>
          <p:cNvSpPr txBox="1"/>
          <p:nvPr>
            <p:ph type="title"/>
          </p:nvPr>
        </p:nvSpPr>
        <p:spPr>
          <a:xfrm>
            <a:off x="1330350" y="4038825"/>
            <a:ext cx="6483300" cy="565200"/>
          </a:xfrm>
          <a:prstGeom prst="rect">
            <a:avLst/>
          </a:prstGeom>
          <a:noFill/>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3200"/>
              <a:buNone/>
              <a:defRPr sz="20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0" name="Shape 350"/>
        <p:cNvGrpSpPr/>
        <p:nvPr/>
      </p:nvGrpSpPr>
      <p:grpSpPr>
        <a:xfrm>
          <a:off x="0" y="0"/>
          <a:ext cx="0" cy="0"/>
          <a:chOff x="0" y="0"/>
          <a:chExt cx="0" cy="0"/>
        </a:xfrm>
      </p:grpSpPr>
      <p:pic>
        <p:nvPicPr>
          <p:cNvPr id="351" name="Google Shape;351;p11"/>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352" name="Google Shape;352;p11"/>
          <p:cNvSpPr txBox="1"/>
          <p:nvPr>
            <p:ph hasCustomPrompt="1" type="title"/>
          </p:nvPr>
        </p:nvSpPr>
        <p:spPr>
          <a:xfrm>
            <a:off x="4471675" y="1856225"/>
            <a:ext cx="3767700" cy="1000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9600"/>
              <a:buNone/>
              <a:defRPr b="0" sz="6000">
                <a:latin typeface="Nunito Black"/>
                <a:ea typeface="Nunito Black"/>
                <a:cs typeface="Nunito Black"/>
                <a:sym typeface="Nunito Black"/>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53" name="Google Shape;353;p11"/>
          <p:cNvSpPr txBox="1"/>
          <p:nvPr>
            <p:ph idx="1" type="subTitle"/>
          </p:nvPr>
        </p:nvSpPr>
        <p:spPr>
          <a:xfrm>
            <a:off x="4471675" y="2716749"/>
            <a:ext cx="3767700" cy="9129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600"/>
              <a:buNone/>
              <a:defRPr sz="1600">
                <a:latin typeface="DM Sans"/>
                <a:ea typeface="DM Sans"/>
                <a:cs typeface="DM Sans"/>
                <a:sym typeface="DM Sans"/>
              </a:defRPr>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354" name="Shape 3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55" name="Shape 355"/>
        <p:cNvGrpSpPr/>
        <p:nvPr/>
      </p:nvGrpSpPr>
      <p:grpSpPr>
        <a:xfrm>
          <a:off x="0" y="0"/>
          <a:ext cx="0" cy="0"/>
          <a:chOff x="0" y="0"/>
          <a:chExt cx="0" cy="0"/>
        </a:xfrm>
      </p:grpSpPr>
      <p:pic>
        <p:nvPicPr>
          <p:cNvPr id="356" name="Google Shape;356;p13"/>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357" name="Google Shape;357;p13"/>
          <p:cNvSpPr txBox="1"/>
          <p:nvPr>
            <p:ph idx="1" type="subTitle"/>
          </p:nvPr>
        </p:nvSpPr>
        <p:spPr>
          <a:xfrm>
            <a:off x="1029297" y="2462251"/>
            <a:ext cx="2260200" cy="14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DM Sans"/>
                <a:ea typeface="DM Sans"/>
                <a:cs typeface="DM Sans"/>
                <a:sym typeface="DM Sans"/>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58" name="Google Shape;358;p13"/>
          <p:cNvSpPr txBox="1"/>
          <p:nvPr>
            <p:ph idx="2" type="subTitle"/>
          </p:nvPr>
        </p:nvSpPr>
        <p:spPr>
          <a:xfrm>
            <a:off x="3441896" y="2461201"/>
            <a:ext cx="2260200" cy="14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DM Sans"/>
                <a:ea typeface="DM Sans"/>
                <a:cs typeface="DM Sans"/>
                <a:sym typeface="DM Sans"/>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59" name="Google Shape;359;p13"/>
          <p:cNvSpPr txBox="1"/>
          <p:nvPr>
            <p:ph idx="3" type="subTitle"/>
          </p:nvPr>
        </p:nvSpPr>
        <p:spPr>
          <a:xfrm>
            <a:off x="5854503" y="2462251"/>
            <a:ext cx="2260200" cy="14373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atin typeface="DM Sans"/>
                <a:ea typeface="DM Sans"/>
                <a:cs typeface="DM Sans"/>
                <a:sym typeface="DM Sans"/>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60" name="Google Shape;360;p13"/>
          <p:cNvSpPr txBox="1"/>
          <p:nvPr>
            <p:ph type="title"/>
          </p:nvPr>
        </p:nvSpPr>
        <p:spPr>
          <a:xfrm>
            <a:off x="720000" y="5974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sz="32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361" name="Google Shape;361;p13"/>
          <p:cNvSpPr txBox="1"/>
          <p:nvPr>
            <p:ph idx="4" type="subTitle"/>
          </p:nvPr>
        </p:nvSpPr>
        <p:spPr>
          <a:xfrm>
            <a:off x="1029297" y="2040377"/>
            <a:ext cx="2260200" cy="54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362" name="Google Shape;362;p13"/>
          <p:cNvSpPr txBox="1"/>
          <p:nvPr>
            <p:ph idx="5" type="subTitle"/>
          </p:nvPr>
        </p:nvSpPr>
        <p:spPr>
          <a:xfrm>
            <a:off x="5854503" y="2040377"/>
            <a:ext cx="2260200" cy="54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363" name="Google Shape;363;p13"/>
          <p:cNvSpPr txBox="1"/>
          <p:nvPr>
            <p:ph idx="6" type="subTitle"/>
          </p:nvPr>
        </p:nvSpPr>
        <p:spPr>
          <a:xfrm>
            <a:off x="3441896" y="2040376"/>
            <a:ext cx="2260200" cy="54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grpSp>
        <p:nvGrpSpPr>
          <p:cNvPr id="364" name="Google Shape;364;p13"/>
          <p:cNvGrpSpPr/>
          <p:nvPr/>
        </p:nvGrpSpPr>
        <p:grpSpPr>
          <a:xfrm>
            <a:off x="-353272" y="90275"/>
            <a:ext cx="9945639" cy="5183700"/>
            <a:chOff x="-353272" y="90275"/>
            <a:chExt cx="9945639" cy="5183700"/>
          </a:xfrm>
        </p:grpSpPr>
        <p:grpSp>
          <p:nvGrpSpPr>
            <p:cNvPr id="365" name="Google Shape;365;p13"/>
            <p:cNvGrpSpPr/>
            <p:nvPr/>
          </p:nvGrpSpPr>
          <p:grpSpPr>
            <a:xfrm rot="-10580157">
              <a:off x="7854039" y="4643293"/>
              <a:ext cx="363973" cy="216195"/>
              <a:chOff x="6191763" y="4215150"/>
              <a:chExt cx="261938" cy="155576"/>
            </a:xfrm>
          </p:grpSpPr>
          <p:sp>
            <p:nvSpPr>
              <p:cNvPr id="366" name="Google Shape;366;p13"/>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13"/>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8" name="Google Shape;368;p13"/>
            <p:cNvGrpSpPr/>
            <p:nvPr/>
          </p:nvGrpSpPr>
          <p:grpSpPr>
            <a:xfrm rot="2394761">
              <a:off x="8268456" y="3941258"/>
              <a:ext cx="1170157" cy="904162"/>
              <a:chOff x="8268618" y="3920549"/>
              <a:chExt cx="1170193" cy="904189"/>
            </a:xfrm>
          </p:grpSpPr>
          <p:sp>
            <p:nvSpPr>
              <p:cNvPr id="369" name="Google Shape;369;p13"/>
              <p:cNvSpPr/>
              <p:nvPr/>
            </p:nvSpPr>
            <p:spPr>
              <a:xfrm rot="-766792">
                <a:off x="9337451" y="4122407"/>
                <a:ext cx="1588" cy="1588"/>
              </a:xfrm>
              <a:custGeom>
                <a:rect b="b" l="l" r="r" t="t"/>
                <a:pathLst>
                  <a:path extrusionOk="0" h="1" w="1">
                    <a:moveTo>
                      <a:pt x="0" y="0"/>
                    </a:moveTo>
                    <a:lnTo>
                      <a:pt x="1" y="0"/>
                    </a:lnTo>
                    <a:lnTo>
                      <a:pt x="0" y="1"/>
                    </a:lnTo>
                    <a:lnTo>
                      <a:pt x="0" y="0"/>
                    </a:lnTo>
                    <a:close/>
                  </a:path>
                </a:pathLst>
              </a:custGeom>
              <a:solidFill>
                <a:srgbClr val="FF598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13"/>
              <p:cNvSpPr/>
              <p:nvPr/>
            </p:nvSpPr>
            <p:spPr>
              <a:xfrm rot="-766792">
                <a:off x="9337451" y="4122407"/>
                <a:ext cx="1588" cy="1588"/>
              </a:xfrm>
              <a:custGeom>
                <a:rect b="b" l="l" r="r" t="t"/>
                <a:pathLst>
                  <a:path extrusionOk="0" h="1" w="1">
                    <a:moveTo>
                      <a:pt x="0" y="0"/>
                    </a:moveTo>
                    <a:lnTo>
                      <a:pt x="1" y="0"/>
                    </a:lnTo>
                    <a:lnTo>
                      <a:pt x="0" y="1"/>
                    </a:lnTo>
                    <a:lnTo>
                      <a:pt x="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13"/>
              <p:cNvSpPr/>
              <p:nvPr/>
            </p:nvSpPr>
            <p:spPr>
              <a:xfrm rot="-766792">
                <a:off x="8342723" y="4255318"/>
                <a:ext cx="865164" cy="412739"/>
              </a:xfrm>
              <a:custGeom>
                <a:rect b="b" l="l" r="r" t="t"/>
                <a:pathLst>
                  <a:path extrusionOk="0" h="159" w="333">
                    <a:moveTo>
                      <a:pt x="25" y="133"/>
                    </a:moveTo>
                    <a:cubicBezTo>
                      <a:pt x="30" y="139"/>
                      <a:pt x="35" y="145"/>
                      <a:pt x="42" y="150"/>
                    </a:cubicBezTo>
                    <a:cubicBezTo>
                      <a:pt x="324" y="107"/>
                      <a:pt x="324" y="107"/>
                      <a:pt x="324" y="107"/>
                    </a:cubicBezTo>
                    <a:cubicBezTo>
                      <a:pt x="329" y="106"/>
                      <a:pt x="329" y="106"/>
                      <a:pt x="329" y="106"/>
                    </a:cubicBezTo>
                    <a:cubicBezTo>
                      <a:pt x="333" y="117"/>
                      <a:pt x="333" y="117"/>
                      <a:pt x="333" y="117"/>
                    </a:cubicBezTo>
                    <a:cubicBezTo>
                      <a:pt x="42" y="159"/>
                      <a:pt x="42" y="159"/>
                      <a:pt x="42" y="159"/>
                    </a:cubicBezTo>
                    <a:cubicBezTo>
                      <a:pt x="24" y="146"/>
                      <a:pt x="10" y="127"/>
                      <a:pt x="4" y="105"/>
                    </a:cubicBezTo>
                    <a:cubicBezTo>
                      <a:pt x="1" y="93"/>
                      <a:pt x="0" y="80"/>
                      <a:pt x="4" y="68"/>
                    </a:cubicBezTo>
                    <a:cubicBezTo>
                      <a:pt x="290" y="0"/>
                      <a:pt x="290" y="0"/>
                      <a:pt x="290" y="0"/>
                    </a:cubicBezTo>
                    <a:cubicBezTo>
                      <a:pt x="295" y="12"/>
                      <a:pt x="295" y="12"/>
                      <a:pt x="295" y="12"/>
                    </a:cubicBezTo>
                    <a:cubicBezTo>
                      <a:pt x="292" y="12"/>
                      <a:pt x="16" y="75"/>
                      <a:pt x="14" y="76"/>
                    </a:cubicBezTo>
                    <a:cubicBezTo>
                      <a:pt x="13" y="76"/>
                      <a:pt x="11" y="76"/>
                      <a:pt x="11" y="76"/>
                    </a:cubicBezTo>
                    <a:cubicBezTo>
                      <a:pt x="6" y="96"/>
                      <a:pt x="14" y="117"/>
                      <a:pt x="25" y="133"/>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13"/>
              <p:cNvSpPr/>
              <p:nvPr/>
            </p:nvSpPr>
            <p:spPr>
              <a:xfrm rot="-766793">
                <a:off x="8300126" y="4026442"/>
                <a:ext cx="985810" cy="395277"/>
              </a:xfrm>
              <a:custGeom>
                <a:rect b="b" l="l" r="r" t="t"/>
                <a:pathLst>
                  <a:path extrusionOk="0" h="249" w="621">
                    <a:moveTo>
                      <a:pt x="215" y="115"/>
                    </a:moveTo>
                    <a:lnTo>
                      <a:pt x="621" y="0"/>
                    </a:lnTo>
                    <a:lnTo>
                      <a:pt x="469" y="138"/>
                    </a:lnTo>
                    <a:lnTo>
                      <a:pt x="0" y="249"/>
                    </a:lnTo>
                    <a:lnTo>
                      <a:pt x="215" y="115"/>
                    </a:lnTo>
                    <a:close/>
                  </a:path>
                </a:pathLst>
              </a:custGeom>
              <a:solidFill>
                <a:srgbClr val="7A8C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13"/>
              <p:cNvSpPr/>
              <p:nvPr/>
            </p:nvSpPr>
            <p:spPr>
              <a:xfrm rot="-766793">
                <a:off x="8300126" y="4026442"/>
                <a:ext cx="985810" cy="395277"/>
              </a:xfrm>
              <a:custGeom>
                <a:rect b="b" l="l" r="r" t="t"/>
                <a:pathLst>
                  <a:path extrusionOk="0" h="249" w="621">
                    <a:moveTo>
                      <a:pt x="215" y="115"/>
                    </a:moveTo>
                    <a:lnTo>
                      <a:pt x="621" y="0"/>
                    </a:lnTo>
                    <a:lnTo>
                      <a:pt x="469" y="138"/>
                    </a:lnTo>
                    <a:lnTo>
                      <a:pt x="0" y="249"/>
                    </a:lnTo>
                    <a:lnTo>
                      <a:pt x="215" y="115"/>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13"/>
              <p:cNvSpPr/>
              <p:nvPr/>
            </p:nvSpPr>
            <p:spPr>
              <a:xfrm rot="-766793">
                <a:off x="8300126" y="4026442"/>
                <a:ext cx="985810" cy="395277"/>
              </a:xfrm>
              <a:custGeom>
                <a:rect b="b" l="l" r="r" t="t"/>
                <a:pathLst>
                  <a:path extrusionOk="0" h="249" w="621">
                    <a:moveTo>
                      <a:pt x="621" y="0"/>
                    </a:moveTo>
                    <a:lnTo>
                      <a:pt x="215" y="115"/>
                    </a:lnTo>
                    <a:lnTo>
                      <a:pt x="0" y="249"/>
                    </a:lnTo>
                    <a:lnTo>
                      <a:pt x="469" y="138"/>
                    </a:lnTo>
                    <a:lnTo>
                      <a:pt x="621" y="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13"/>
              <p:cNvSpPr/>
              <p:nvPr/>
            </p:nvSpPr>
            <p:spPr>
              <a:xfrm rot="-766793">
                <a:off x="8300126" y="4026442"/>
                <a:ext cx="985810" cy="395277"/>
              </a:xfrm>
              <a:custGeom>
                <a:rect b="b" l="l" r="r" t="t"/>
                <a:pathLst>
                  <a:path extrusionOk="0" h="249" w="621">
                    <a:moveTo>
                      <a:pt x="621" y="0"/>
                    </a:moveTo>
                    <a:lnTo>
                      <a:pt x="215" y="115"/>
                    </a:lnTo>
                    <a:lnTo>
                      <a:pt x="0" y="249"/>
                    </a:lnTo>
                    <a:lnTo>
                      <a:pt x="469" y="138"/>
                    </a:lnTo>
                    <a:lnTo>
                      <a:pt x="621"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13"/>
              <p:cNvSpPr/>
              <p:nvPr/>
            </p:nvSpPr>
            <p:spPr>
              <a:xfrm rot="-766792">
                <a:off x="9019169" y="3945027"/>
                <a:ext cx="249231" cy="249231"/>
              </a:xfrm>
              <a:custGeom>
                <a:rect b="b" l="l" r="r" t="t"/>
                <a:pathLst>
                  <a:path extrusionOk="0" h="157" w="157">
                    <a:moveTo>
                      <a:pt x="0" y="138"/>
                    </a:moveTo>
                    <a:lnTo>
                      <a:pt x="152" y="0"/>
                    </a:lnTo>
                    <a:lnTo>
                      <a:pt x="157" y="15"/>
                    </a:lnTo>
                    <a:lnTo>
                      <a:pt x="149" y="23"/>
                    </a:lnTo>
                    <a:lnTo>
                      <a:pt x="8" y="157"/>
                    </a:lnTo>
                    <a:lnTo>
                      <a:pt x="0" y="13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13"/>
              <p:cNvSpPr/>
              <p:nvPr/>
            </p:nvSpPr>
            <p:spPr>
              <a:xfrm rot="-766792">
                <a:off x="9172642" y="4135200"/>
                <a:ext cx="223832" cy="306379"/>
              </a:xfrm>
              <a:custGeom>
                <a:rect b="b" l="l" r="r" t="t"/>
                <a:pathLst>
                  <a:path extrusionOk="0" h="193" w="141">
                    <a:moveTo>
                      <a:pt x="136" y="0"/>
                    </a:moveTo>
                    <a:lnTo>
                      <a:pt x="141" y="15"/>
                    </a:lnTo>
                    <a:lnTo>
                      <a:pt x="6" y="193"/>
                    </a:lnTo>
                    <a:lnTo>
                      <a:pt x="0" y="175"/>
                    </a:lnTo>
                    <a:lnTo>
                      <a:pt x="13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13"/>
              <p:cNvSpPr/>
              <p:nvPr/>
            </p:nvSpPr>
            <p:spPr>
              <a:xfrm rot="-766792">
                <a:off x="9172642" y="4135200"/>
                <a:ext cx="223832" cy="306379"/>
              </a:xfrm>
              <a:custGeom>
                <a:rect b="b" l="l" r="r" t="t"/>
                <a:pathLst>
                  <a:path extrusionOk="0" h="193" w="141">
                    <a:moveTo>
                      <a:pt x="136" y="0"/>
                    </a:moveTo>
                    <a:lnTo>
                      <a:pt x="141" y="15"/>
                    </a:lnTo>
                    <a:lnTo>
                      <a:pt x="6" y="193"/>
                    </a:lnTo>
                    <a:lnTo>
                      <a:pt x="0" y="175"/>
                    </a:lnTo>
                    <a:lnTo>
                      <a:pt x="136"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13"/>
              <p:cNvSpPr/>
              <p:nvPr/>
            </p:nvSpPr>
            <p:spPr>
              <a:xfrm rot="-766791">
                <a:off x="9053775" y="3971797"/>
                <a:ext cx="296855" cy="452425"/>
              </a:xfrm>
              <a:custGeom>
                <a:rect b="b" l="l" r="r" t="t"/>
                <a:pathLst>
                  <a:path extrusionOk="0" h="174" w="114">
                    <a:moveTo>
                      <a:pt x="114" y="71"/>
                    </a:moveTo>
                    <a:cubicBezTo>
                      <a:pt x="34" y="174"/>
                      <a:pt x="34" y="174"/>
                      <a:pt x="34" y="174"/>
                    </a:cubicBezTo>
                    <a:cubicBezTo>
                      <a:pt x="0" y="82"/>
                      <a:pt x="0" y="82"/>
                      <a:pt x="0" y="82"/>
                    </a:cubicBezTo>
                    <a:cubicBezTo>
                      <a:pt x="3" y="82"/>
                      <a:pt x="3" y="82"/>
                      <a:pt x="3" y="82"/>
                    </a:cubicBezTo>
                    <a:cubicBezTo>
                      <a:pt x="89" y="0"/>
                      <a:pt x="89" y="0"/>
                      <a:pt x="89" y="0"/>
                    </a:cubicBezTo>
                    <a:cubicBezTo>
                      <a:pt x="90" y="1"/>
                      <a:pt x="114" y="70"/>
                      <a:pt x="114" y="71"/>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13"/>
              <p:cNvSpPr/>
              <p:nvPr/>
            </p:nvSpPr>
            <p:spPr>
              <a:xfrm rot="-766793">
                <a:off x="8363496" y="4285110"/>
                <a:ext cx="827065" cy="354003"/>
              </a:xfrm>
              <a:custGeom>
                <a:rect b="b" l="l" r="r" t="t"/>
                <a:pathLst>
                  <a:path extrusionOk="0" h="136" w="318">
                    <a:moveTo>
                      <a:pt x="284" y="0"/>
                    </a:moveTo>
                    <a:cubicBezTo>
                      <a:pt x="318" y="92"/>
                      <a:pt x="318" y="92"/>
                      <a:pt x="318" y="92"/>
                    </a:cubicBezTo>
                    <a:cubicBezTo>
                      <a:pt x="36" y="136"/>
                      <a:pt x="36" y="136"/>
                      <a:pt x="36" y="136"/>
                    </a:cubicBezTo>
                    <a:cubicBezTo>
                      <a:pt x="16" y="119"/>
                      <a:pt x="0" y="90"/>
                      <a:pt x="6" y="64"/>
                    </a:cubicBezTo>
                    <a:cubicBezTo>
                      <a:pt x="284" y="0"/>
                      <a:pt x="284" y="0"/>
                      <a:pt x="284" y="0"/>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13"/>
              <p:cNvSpPr/>
              <p:nvPr/>
            </p:nvSpPr>
            <p:spPr>
              <a:xfrm rot="-766793">
                <a:off x="9079592" y="4115788"/>
                <a:ext cx="114297" cy="111122"/>
              </a:xfrm>
              <a:custGeom>
                <a:rect b="b" l="l" r="r" t="t"/>
                <a:pathLst>
                  <a:path extrusionOk="0" h="43" w="44">
                    <a:moveTo>
                      <a:pt x="40" y="4"/>
                    </a:moveTo>
                    <a:cubicBezTo>
                      <a:pt x="25" y="15"/>
                      <a:pt x="13" y="29"/>
                      <a:pt x="0" y="43"/>
                    </a:cubicBezTo>
                    <a:cubicBezTo>
                      <a:pt x="17" y="33"/>
                      <a:pt x="31" y="19"/>
                      <a:pt x="43" y="2"/>
                    </a:cubicBezTo>
                    <a:cubicBezTo>
                      <a:pt x="43" y="2"/>
                      <a:pt x="44" y="1"/>
                      <a:pt x="44" y="0"/>
                    </a:cubicBezTo>
                    <a:cubicBezTo>
                      <a:pt x="43" y="1"/>
                      <a:pt x="41" y="3"/>
                      <a:pt x="40" y="4"/>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2" name="Google Shape;382;p13"/>
              <p:cNvSpPr/>
              <p:nvPr/>
            </p:nvSpPr>
            <p:spPr>
              <a:xfrm rot="-766793">
                <a:off x="9164406" y="4036226"/>
                <a:ext cx="50799" cy="49212"/>
              </a:xfrm>
              <a:custGeom>
                <a:rect b="b" l="l" r="r" t="t"/>
                <a:pathLst>
                  <a:path extrusionOk="0" h="19" w="20">
                    <a:moveTo>
                      <a:pt x="0" y="19"/>
                    </a:moveTo>
                    <a:cubicBezTo>
                      <a:pt x="8" y="14"/>
                      <a:pt x="15" y="8"/>
                      <a:pt x="20" y="0"/>
                    </a:cubicBezTo>
                    <a:cubicBezTo>
                      <a:pt x="13" y="5"/>
                      <a:pt x="6" y="12"/>
                      <a:pt x="0" y="19"/>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3" name="Google Shape;383;p13"/>
              <p:cNvSpPr/>
              <p:nvPr/>
            </p:nvSpPr>
            <p:spPr>
              <a:xfrm rot="-766793">
                <a:off x="9194233" y="4041166"/>
                <a:ext cx="31749" cy="31749"/>
              </a:xfrm>
              <a:custGeom>
                <a:rect b="b" l="l" r="r" t="t"/>
                <a:pathLst>
                  <a:path extrusionOk="0" h="12" w="12">
                    <a:moveTo>
                      <a:pt x="0" y="12"/>
                    </a:moveTo>
                    <a:cubicBezTo>
                      <a:pt x="5" y="9"/>
                      <a:pt x="9" y="5"/>
                      <a:pt x="12" y="0"/>
                    </a:cubicBezTo>
                    <a:cubicBezTo>
                      <a:pt x="8" y="4"/>
                      <a:pt x="4" y="7"/>
                      <a:pt x="0" y="1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4" name="Google Shape;384;p13"/>
              <p:cNvSpPr/>
              <p:nvPr/>
            </p:nvSpPr>
            <p:spPr>
              <a:xfrm rot="-766795">
                <a:off x="9165535" y="4178996"/>
                <a:ext cx="53973" cy="60323"/>
              </a:xfrm>
              <a:custGeom>
                <a:rect b="b" l="l" r="r" t="t"/>
                <a:pathLst>
                  <a:path extrusionOk="0" h="23" w="21">
                    <a:moveTo>
                      <a:pt x="0" y="23"/>
                    </a:moveTo>
                    <a:cubicBezTo>
                      <a:pt x="8" y="16"/>
                      <a:pt x="16" y="9"/>
                      <a:pt x="21" y="0"/>
                    </a:cubicBezTo>
                    <a:cubicBezTo>
                      <a:pt x="13" y="6"/>
                      <a:pt x="6" y="13"/>
                      <a:pt x="0" y="2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5" name="Google Shape;385;p13"/>
              <p:cNvSpPr/>
              <p:nvPr/>
            </p:nvSpPr>
            <p:spPr>
              <a:xfrm rot="-766792">
                <a:off x="9261673" y="4102345"/>
                <a:ext cx="49212" cy="57148"/>
              </a:xfrm>
              <a:custGeom>
                <a:rect b="b" l="l" r="r" t="t"/>
                <a:pathLst>
                  <a:path extrusionOk="0" h="22" w="19">
                    <a:moveTo>
                      <a:pt x="0" y="22"/>
                    </a:moveTo>
                    <a:cubicBezTo>
                      <a:pt x="7" y="16"/>
                      <a:pt x="14" y="9"/>
                      <a:pt x="19" y="0"/>
                    </a:cubicBezTo>
                    <a:cubicBezTo>
                      <a:pt x="11" y="6"/>
                      <a:pt x="5" y="14"/>
                      <a:pt x="0" y="2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6" name="Google Shape;386;p13"/>
              <p:cNvSpPr/>
              <p:nvPr/>
            </p:nvSpPr>
            <p:spPr>
              <a:xfrm rot="-766794">
                <a:off x="8833539" y="4342052"/>
                <a:ext cx="79373" cy="19049"/>
              </a:xfrm>
              <a:custGeom>
                <a:rect b="b" l="l" r="r" t="t"/>
                <a:pathLst>
                  <a:path extrusionOk="0" h="7" w="31">
                    <a:moveTo>
                      <a:pt x="0" y="7"/>
                    </a:moveTo>
                    <a:cubicBezTo>
                      <a:pt x="11" y="6"/>
                      <a:pt x="21" y="4"/>
                      <a:pt x="31" y="0"/>
                    </a:cubicBezTo>
                    <a:cubicBezTo>
                      <a:pt x="21" y="0"/>
                      <a:pt x="10" y="3"/>
                      <a:pt x="0" y="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7" name="Google Shape;387;p13"/>
              <p:cNvSpPr/>
              <p:nvPr/>
            </p:nvSpPr>
            <p:spPr>
              <a:xfrm rot="-766792">
                <a:off x="8962111" y="4282406"/>
                <a:ext cx="46037" cy="12700"/>
              </a:xfrm>
              <a:custGeom>
                <a:rect b="b" l="l" r="r" t="t"/>
                <a:pathLst>
                  <a:path extrusionOk="0" h="5" w="18">
                    <a:moveTo>
                      <a:pt x="0" y="5"/>
                    </a:moveTo>
                    <a:cubicBezTo>
                      <a:pt x="6" y="4"/>
                      <a:pt x="12" y="3"/>
                      <a:pt x="18" y="0"/>
                    </a:cubicBezTo>
                    <a:cubicBezTo>
                      <a:pt x="12" y="1"/>
                      <a:pt x="6" y="2"/>
                      <a:pt x="0" y="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8" name="Google Shape;388;p13"/>
              <p:cNvSpPr/>
              <p:nvPr/>
            </p:nvSpPr>
            <p:spPr>
              <a:xfrm rot="-766795">
                <a:off x="8922856" y="4303387"/>
                <a:ext cx="84136" cy="22224"/>
              </a:xfrm>
              <a:custGeom>
                <a:rect b="b" l="l" r="r" t="t"/>
                <a:pathLst>
                  <a:path extrusionOk="0" h="9" w="32">
                    <a:moveTo>
                      <a:pt x="0" y="9"/>
                    </a:moveTo>
                    <a:cubicBezTo>
                      <a:pt x="11" y="7"/>
                      <a:pt x="22" y="4"/>
                      <a:pt x="32" y="0"/>
                    </a:cubicBezTo>
                    <a:cubicBezTo>
                      <a:pt x="21" y="1"/>
                      <a:pt x="10" y="4"/>
                      <a:pt x="0" y="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9" name="Google Shape;389;p13"/>
              <p:cNvSpPr/>
              <p:nvPr/>
            </p:nvSpPr>
            <p:spPr>
              <a:xfrm rot="-766794">
                <a:off x="8968944" y="4325734"/>
                <a:ext cx="52387" cy="14288"/>
              </a:xfrm>
              <a:custGeom>
                <a:rect b="b" l="l" r="r" t="t"/>
                <a:pathLst>
                  <a:path extrusionOk="0" h="6" w="20">
                    <a:moveTo>
                      <a:pt x="0" y="6"/>
                    </a:moveTo>
                    <a:cubicBezTo>
                      <a:pt x="7" y="5"/>
                      <a:pt x="13" y="3"/>
                      <a:pt x="20" y="0"/>
                    </a:cubicBezTo>
                    <a:cubicBezTo>
                      <a:pt x="13" y="1"/>
                      <a:pt x="6" y="3"/>
                      <a:pt x="0" y="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0" name="Google Shape;390;p13"/>
              <p:cNvSpPr/>
              <p:nvPr/>
            </p:nvSpPr>
            <p:spPr>
              <a:xfrm rot="-766793">
                <a:off x="8489851" y="4449131"/>
                <a:ext cx="273042" cy="68261"/>
              </a:xfrm>
              <a:custGeom>
                <a:rect b="b" l="l" r="r" t="t"/>
                <a:pathLst>
                  <a:path extrusionOk="0" h="26" w="105">
                    <a:moveTo>
                      <a:pt x="76" y="3"/>
                    </a:moveTo>
                    <a:cubicBezTo>
                      <a:pt x="50" y="8"/>
                      <a:pt x="25" y="18"/>
                      <a:pt x="0" y="26"/>
                    </a:cubicBezTo>
                    <a:cubicBezTo>
                      <a:pt x="18" y="25"/>
                      <a:pt x="35" y="21"/>
                      <a:pt x="52" y="17"/>
                    </a:cubicBezTo>
                    <a:cubicBezTo>
                      <a:pt x="69" y="12"/>
                      <a:pt x="86" y="6"/>
                      <a:pt x="102" y="0"/>
                    </a:cubicBezTo>
                    <a:cubicBezTo>
                      <a:pt x="103" y="0"/>
                      <a:pt x="104" y="0"/>
                      <a:pt x="105" y="0"/>
                    </a:cubicBezTo>
                    <a:cubicBezTo>
                      <a:pt x="95" y="0"/>
                      <a:pt x="85" y="1"/>
                      <a:pt x="76" y="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1" name="Google Shape;391;p13"/>
              <p:cNvSpPr/>
              <p:nvPr/>
            </p:nvSpPr>
            <p:spPr>
              <a:xfrm rot="-766794">
                <a:off x="8699759" y="4451010"/>
                <a:ext cx="74611" cy="14288"/>
              </a:xfrm>
              <a:custGeom>
                <a:rect b="b" l="l" r="r" t="t"/>
                <a:pathLst>
                  <a:path extrusionOk="0" h="6" w="29">
                    <a:moveTo>
                      <a:pt x="0" y="6"/>
                    </a:moveTo>
                    <a:cubicBezTo>
                      <a:pt x="10" y="6"/>
                      <a:pt x="20" y="4"/>
                      <a:pt x="29" y="0"/>
                    </a:cubicBezTo>
                    <a:cubicBezTo>
                      <a:pt x="18" y="1"/>
                      <a:pt x="10" y="3"/>
                      <a:pt x="0" y="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13"/>
              <p:cNvSpPr/>
              <p:nvPr/>
            </p:nvSpPr>
            <p:spPr>
              <a:xfrm rot="-766792">
                <a:off x="8781787" y="4494351"/>
                <a:ext cx="249231" cy="42862"/>
              </a:xfrm>
              <a:custGeom>
                <a:rect b="b" l="l" r="r" t="t"/>
                <a:pathLst>
                  <a:path extrusionOk="0" h="16" w="96">
                    <a:moveTo>
                      <a:pt x="95" y="0"/>
                    </a:moveTo>
                    <a:cubicBezTo>
                      <a:pt x="92" y="0"/>
                      <a:pt x="89" y="0"/>
                      <a:pt x="86" y="1"/>
                    </a:cubicBezTo>
                    <a:cubicBezTo>
                      <a:pt x="75" y="1"/>
                      <a:pt x="64" y="2"/>
                      <a:pt x="52" y="3"/>
                    </a:cubicBezTo>
                    <a:cubicBezTo>
                      <a:pt x="34" y="6"/>
                      <a:pt x="19" y="11"/>
                      <a:pt x="0" y="16"/>
                    </a:cubicBezTo>
                    <a:cubicBezTo>
                      <a:pt x="32" y="16"/>
                      <a:pt x="63" y="8"/>
                      <a:pt x="94" y="1"/>
                    </a:cubicBezTo>
                    <a:cubicBezTo>
                      <a:pt x="95" y="1"/>
                      <a:pt x="96" y="0"/>
                      <a:pt x="9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 name="Google Shape;393;p13"/>
              <p:cNvSpPr/>
              <p:nvPr/>
            </p:nvSpPr>
            <p:spPr>
              <a:xfrm rot="-766792">
                <a:off x="9069787" y="4429918"/>
                <a:ext cx="36512" cy="7938"/>
              </a:xfrm>
              <a:custGeom>
                <a:rect b="b" l="l" r="r" t="t"/>
                <a:pathLst>
                  <a:path extrusionOk="0" h="3" w="14">
                    <a:moveTo>
                      <a:pt x="0" y="3"/>
                    </a:moveTo>
                    <a:cubicBezTo>
                      <a:pt x="5" y="3"/>
                      <a:pt x="9" y="2"/>
                      <a:pt x="14" y="0"/>
                    </a:cubicBezTo>
                    <a:cubicBezTo>
                      <a:pt x="9" y="0"/>
                      <a:pt x="5" y="1"/>
                      <a:pt x="0" y="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4" name="Google Shape;394;p13"/>
              <p:cNvSpPr/>
              <p:nvPr/>
            </p:nvSpPr>
            <p:spPr>
              <a:xfrm rot="-766792">
                <a:off x="8349724" y="4228248"/>
                <a:ext cx="1058834" cy="392102"/>
              </a:xfrm>
              <a:custGeom>
                <a:rect b="b" l="l" r="r" t="t"/>
                <a:pathLst>
                  <a:path extrusionOk="0" h="151" w="407">
                    <a:moveTo>
                      <a:pt x="402" y="1"/>
                    </a:moveTo>
                    <a:cubicBezTo>
                      <a:pt x="401" y="3"/>
                      <a:pt x="322" y="103"/>
                      <a:pt x="321" y="105"/>
                    </a:cubicBezTo>
                    <a:cubicBezTo>
                      <a:pt x="39" y="149"/>
                      <a:pt x="39" y="149"/>
                      <a:pt x="39" y="149"/>
                    </a:cubicBezTo>
                    <a:cubicBezTo>
                      <a:pt x="39" y="148"/>
                      <a:pt x="39" y="148"/>
                      <a:pt x="39" y="148"/>
                    </a:cubicBezTo>
                    <a:cubicBezTo>
                      <a:pt x="19" y="132"/>
                      <a:pt x="3" y="103"/>
                      <a:pt x="9" y="77"/>
                    </a:cubicBezTo>
                    <a:cubicBezTo>
                      <a:pt x="8" y="77"/>
                      <a:pt x="8" y="77"/>
                      <a:pt x="8" y="77"/>
                    </a:cubicBezTo>
                    <a:cubicBezTo>
                      <a:pt x="8" y="77"/>
                      <a:pt x="8" y="77"/>
                      <a:pt x="8" y="77"/>
                    </a:cubicBezTo>
                    <a:cubicBezTo>
                      <a:pt x="8" y="77"/>
                      <a:pt x="7" y="77"/>
                      <a:pt x="6" y="77"/>
                    </a:cubicBezTo>
                    <a:cubicBezTo>
                      <a:pt x="6" y="77"/>
                      <a:pt x="6" y="77"/>
                      <a:pt x="6" y="77"/>
                    </a:cubicBezTo>
                    <a:cubicBezTo>
                      <a:pt x="6" y="77"/>
                      <a:pt x="6" y="77"/>
                      <a:pt x="6" y="77"/>
                    </a:cubicBezTo>
                    <a:cubicBezTo>
                      <a:pt x="6" y="78"/>
                      <a:pt x="6" y="78"/>
                      <a:pt x="6" y="78"/>
                    </a:cubicBezTo>
                    <a:cubicBezTo>
                      <a:pt x="6" y="78"/>
                      <a:pt x="6" y="78"/>
                      <a:pt x="6" y="78"/>
                    </a:cubicBezTo>
                    <a:cubicBezTo>
                      <a:pt x="6" y="78"/>
                      <a:pt x="6" y="78"/>
                      <a:pt x="6" y="78"/>
                    </a:cubicBezTo>
                    <a:cubicBezTo>
                      <a:pt x="0" y="105"/>
                      <a:pt x="16" y="135"/>
                      <a:pt x="37" y="151"/>
                    </a:cubicBezTo>
                    <a:cubicBezTo>
                      <a:pt x="319" y="108"/>
                      <a:pt x="319" y="108"/>
                      <a:pt x="319" y="108"/>
                    </a:cubicBezTo>
                    <a:cubicBezTo>
                      <a:pt x="324" y="107"/>
                      <a:pt x="324" y="107"/>
                      <a:pt x="324" y="107"/>
                    </a:cubicBezTo>
                    <a:cubicBezTo>
                      <a:pt x="407" y="0"/>
                      <a:pt x="407" y="0"/>
                      <a:pt x="407" y="0"/>
                    </a:cubicBezTo>
                    <a:cubicBezTo>
                      <a:pt x="402" y="1"/>
                      <a:pt x="402" y="1"/>
                      <a:pt x="402" y="1"/>
                    </a:cubicBezTo>
                  </a:path>
                </a:pathLst>
              </a:custGeom>
              <a:solidFill>
                <a:srgbClr val="7A8C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13"/>
              <p:cNvSpPr/>
              <p:nvPr/>
            </p:nvSpPr>
            <p:spPr>
              <a:xfrm rot="-766793">
                <a:off x="8360698" y="4227019"/>
                <a:ext cx="1047720" cy="392102"/>
              </a:xfrm>
              <a:custGeom>
                <a:rect b="b" l="l" r="r" t="t"/>
                <a:pathLst>
                  <a:path extrusionOk="0" h="151" w="403">
                    <a:moveTo>
                      <a:pt x="403" y="0"/>
                    </a:moveTo>
                    <a:cubicBezTo>
                      <a:pt x="398" y="1"/>
                      <a:pt x="398" y="1"/>
                      <a:pt x="398" y="1"/>
                    </a:cubicBezTo>
                    <a:cubicBezTo>
                      <a:pt x="398" y="1"/>
                      <a:pt x="398" y="1"/>
                      <a:pt x="398" y="1"/>
                    </a:cubicBezTo>
                    <a:cubicBezTo>
                      <a:pt x="398" y="1"/>
                      <a:pt x="398" y="1"/>
                      <a:pt x="398" y="1"/>
                    </a:cubicBezTo>
                    <a:cubicBezTo>
                      <a:pt x="397" y="3"/>
                      <a:pt x="318" y="103"/>
                      <a:pt x="317" y="105"/>
                    </a:cubicBezTo>
                    <a:cubicBezTo>
                      <a:pt x="317" y="105"/>
                      <a:pt x="317" y="105"/>
                      <a:pt x="317" y="105"/>
                    </a:cubicBezTo>
                    <a:cubicBezTo>
                      <a:pt x="35" y="149"/>
                      <a:pt x="35" y="149"/>
                      <a:pt x="35" y="149"/>
                    </a:cubicBezTo>
                    <a:cubicBezTo>
                      <a:pt x="35" y="148"/>
                      <a:pt x="35" y="148"/>
                      <a:pt x="35" y="148"/>
                    </a:cubicBezTo>
                    <a:cubicBezTo>
                      <a:pt x="28" y="143"/>
                      <a:pt x="22" y="136"/>
                      <a:pt x="16" y="128"/>
                    </a:cubicBezTo>
                    <a:cubicBezTo>
                      <a:pt x="16" y="128"/>
                      <a:pt x="16" y="128"/>
                      <a:pt x="16" y="128"/>
                    </a:cubicBezTo>
                    <a:cubicBezTo>
                      <a:pt x="16" y="128"/>
                      <a:pt x="16" y="127"/>
                      <a:pt x="16" y="127"/>
                    </a:cubicBezTo>
                    <a:cubicBezTo>
                      <a:pt x="16" y="127"/>
                      <a:pt x="16" y="127"/>
                      <a:pt x="16" y="127"/>
                    </a:cubicBezTo>
                    <a:cubicBezTo>
                      <a:pt x="16" y="127"/>
                      <a:pt x="16" y="127"/>
                      <a:pt x="16" y="127"/>
                    </a:cubicBezTo>
                    <a:cubicBezTo>
                      <a:pt x="11" y="119"/>
                      <a:pt x="7" y="110"/>
                      <a:pt x="5" y="101"/>
                    </a:cubicBezTo>
                    <a:cubicBezTo>
                      <a:pt x="5" y="101"/>
                      <a:pt x="5" y="101"/>
                      <a:pt x="5" y="101"/>
                    </a:cubicBezTo>
                    <a:cubicBezTo>
                      <a:pt x="5" y="101"/>
                      <a:pt x="5" y="101"/>
                      <a:pt x="5" y="101"/>
                    </a:cubicBezTo>
                    <a:cubicBezTo>
                      <a:pt x="5" y="101"/>
                      <a:pt x="5" y="101"/>
                      <a:pt x="5" y="101"/>
                    </a:cubicBezTo>
                    <a:cubicBezTo>
                      <a:pt x="5" y="101"/>
                      <a:pt x="5" y="101"/>
                      <a:pt x="5" y="101"/>
                    </a:cubicBezTo>
                    <a:cubicBezTo>
                      <a:pt x="5" y="100"/>
                      <a:pt x="5" y="100"/>
                      <a:pt x="5" y="100"/>
                    </a:cubicBezTo>
                    <a:cubicBezTo>
                      <a:pt x="5" y="100"/>
                      <a:pt x="5" y="100"/>
                      <a:pt x="5" y="100"/>
                    </a:cubicBezTo>
                    <a:cubicBezTo>
                      <a:pt x="5" y="100"/>
                      <a:pt x="5" y="100"/>
                      <a:pt x="5" y="100"/>
                    </a:cubicBezTo>
                    <a:cubicBezTo>
                      <a:pt x="5" y="100"/>
                      <a:pt x="5" y="100"/>
                      <a:pt x="5" y="100"/>
                    </a:cubicBezTo>
                    <a:cubicBezTo>
                      <a:pt x="4" y="96"/>
                      <a:pt x="4" y="91"/>
                      <a:pt x="4" y="87"/>
                    </a:cubicBezTo>
                    <a:cubicBezTo>
                      <a:pt x="4" y="84"/>
                      <a:pt x="4" y="80"/>
                      <a:pt x="5" y="77"/>
                    </a:cubicBezTo>
                    <a:cubicBezTo>
                      <a:pt x="5" y="77"/>
                      <a:pt x="5" y="77"/>
                      <a:pt x="5" y="77"/>
                    </a:cubicBezTo>
                    <a:cubicBezTo>
                      <a:pt x="4" y="77"/>
                      <a:pt x="4" y="77"/>
                      <a:pt x="4" y="77"/>
                    </a:cubicBezTo>
                    <a:cubicBezTo>
                      <a:pt x="4" y="77"/>
                      <a:pt x="4" y="77"/>
                      <a:pt x="4" y="77"/>
                    </a:cubicBezTo>
                    <a:cubicBezTo>
                      <a:pt x="4" y="77"/>
                      <a:pt x="4" y="77"/>
                      <a:pt x="4" y="77"/>
                    </a:cubicBezTo>
                    <a:cubicBezTo>
                      <a:pt x="4" y="77"/>
                      <a:pt x="4" y="77"/>
                      <a:pt x="4" y="77"/>
                    </a:cubicBezTo>
                    <a:cubicBezTo>
                      <a:pt x="4" y="77"/>
                      <a:pt x="3" y="77"/>
                      <a:pt x="2" y="77"/>
                    </a:cubicBezTo>
                    <a:cubicBezTo>
                      <a:pt x="2" y="77"/>
                      <a:pt x="2" y="77"/>
                      <a:pt x="2" y="77"/>
                    </a:cubicBezTo>
                    <a:cubicBezTo>
                      <a:pt x="2" y="77"/>
                      <a:pt x="2" y="77"/>
                      <a:pt x="2" y="77"/>
                    </a:cubicBezTo>
                    <a:cubicBezTo>
                      <a:pt x="2" y="77"/>
                      <a:pt x="2" y="77"/>
                      <a:pt x="2" y="77"/>
                    </a:cubicBezTo>
                    <a:cubicBezTo>
                      <a:pt x="2" y="77"/>
                      <a:pt x="2" y="77"/>
                      <a:pt x="2" y="77"/>
                    </a:cubicBezTo>
                    <a:cubicBezTo>
                      <a:pt x="2" y="78"/>
                      <a:pt x="2" y="78"/>
                      <a:pt x="2" y="78"/>
                    </a:cubicBezTo>
                    <a:cubicBezTo>
                      <a:pt x="1" y="80"/>
                      <a:pt x="1" y="81"/>
                      <a:pt x="1" y="82"/>
                    </a:cubicBezTo>
                    <a:cubicBezTo>
                      <a:pt x="1" y="85"/>
                      <a:pt x="0" y="87"/>
                      <a:pt x="0" y="89"/>
                    </a:cubicBezTo>
                    <a:cubicBezTo>
                      <a:pt x="1" y="113"/>
                      <a:pt x="14" y="137"/>
                      <a:pt x="33" y="151"/>
                    </a:cubicBezTo>
                    <a:cubicBezTo>
                      <a:pt x="315" y="108"/>
                      <a:pt x="315" y="108"/>
                      <a:pt x="315" y="108"/>
                    </a:cubicBezTo>
                    <a:cubicBezTo>
                      <a:pt x="320" y="107"/>
                      <a:pt x="320" y="107"/>
                      <a:pt x="320" y="107"/>
                    </a:cubicBezTo>
                    <a:cubicBezTo>
                      <a:pt x="403" y="0"/>
                      <a:pt x="403" y="0"/>
                      <a:pt x="403" y="0"/>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13"/>
              <p:cNvSpPr/>
              <p:nvPr/>
            </p:nvSpPr>
            <p:spPr>
              <a:xfrm rot="-766794">
                <a:off x="8593174" y="4468991"/>
                <a:ext cx="158746" cy="277805"/>
              </a:xfrm>
              <a:custGeom>
                <a:rect b="b" l="l" r="r" t="t"/>
                <a:pathLst>
                  <a:path extrusionOk="0" h="107" w="61">
                    <a:moveTo>
                      <a:pt x="51" y="46"/>
                    </a:moveTo>
                    <a:cubicBezTo>
                      <a:pt x="54" y="59"/>
                      <a:pt x="58" y="72"/>
                      <a:pt x="60" y="85"/>
                    </a:cubicBezTo>
                    <a:cubicBezTo>
                      <a:pt x="60" y="90"/>
                      <a:pt x="61" y="94"/>
                      <a:pt x="61" y="98"/>
                    </a:cubicBezTo>
                    <a:cubicBezTo>
                      <a:pt x="61" y="99"/>
                      <a:pt x="61" y="100"/>
                      <a:pt x="60" y="101"/>
                    </a:cubicBezTo>
                    <a:cubicBezTo>
                      <a:pt x="15" y="107"/>
                      <a:pt x="15" y="107"/>
                      <a:pt x="15" y="107"/>
                    </a:cubicBezTo>
                    <a:cubicBezTo>
                      <a:pt x="19" y="105"/>
                      <a:pt x="13" y="83"/>
                      <a:pt x="12" y="79"/>
                    </a:cubicBezTo>
                    <a:cubicBezTo>
                      <a:pt x="7" y="56"/>
                      <a:pt x="0" y="33"/>
                      <a:pt x="0" y="10"/>
                    </a:cubicBezTo>
                    <a:cubicBezTo>
                      <a:pt x="45" y="0"/>
                      <a:pt x="45" y="0"/>
                      <a:pt x="45" y="0"/>
                    </a:cubicBezTo>
                    <a:cubicBezTo>
                      <a:pt x="45" y="15"/>
                      <a:pt x="48" y="31"/>
                      <a:pt x="51" y="46"/>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13"/>
              <p:cNvSpPr/>
              <p:nvPr/>
            </p:nvSpPr>
            <p:spPr>
              <a:xfrm rot="-766794">
                <a:off x="8624405" y="4675393"/>
                <a:ext cx="147634" cy="69848"/>
              </a:xfrm>
              <a:custGeom>
                <a:rect b="b" l="l" r="r" t="t"/>
                <a:pathLst>
                  <a:path extrusionOk="0" h="27" w="57">
                    <a:moveTo>
                      <a:pt x="57" y="21"/>
                    </a:moveTo>
                    <a:cubicBezTo>
                      <a:pt x="12" y="27"/>
                      <a:pt x="12" y="27"/>
                      <a:pt x="12" y="27"/>
                    </a:cubicBezTo>
                    <a:cubicBezTo>
                      <a:pt x="11" y="27"/>
                      <a:pt x="10" y="26"/>
                      <a:pt x="9" y="24"/>
                    </a:cubicBezTo>
                    <a:cubicBezTo>
                      <a:pt x="7" y="20"/>
                      <a:pt x="4" y="7"/>
                      <a:pt x="0" y="7"/>
                    </a:cubicBezTo>
                    <a:cubicBezTo>
                      <a:pt x="45" y="0"/>
                      <a:pt x="45" y="0"/>
                      <a:pt x="45" y="0"/>
                    </a:cubicBezTo>
                    <a:cubicBezTo>
                      <a:pt x="45" y="0"/>
                      <a:pt x="46" y="1"/>
                      <a:pt x="47" y="1"/>
                    </a:cubicBezTo>
                    <a:cubicBezTo>
                      <a:pt x="50" y="5"/>
                      <a:pt x="52" y="20"/>
                      <a:pt x="57"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8" name="Google Shape;398;p13"/>
              <p:cNvSpPr/>
              <p:nvPr/>
            </p:nvSpPr>
            <p:spPr>
              <a:xfrm rot="-766794">
                <a:off x="8622161" y="4676902"/>
                <a:ext cx="131759" cy="134934"/>
              </a:xfrm>
              <a:custGeom>
                <a:rect b="b" l="l" r="r" t="t"/>
                <a:pathLst>
                  <a:path extrusionOk="0" h="52" w="51">
                    <a:moveTo>
                      <a:pt x="46" y="11"/>
                    </a:moveTo>
                    <a:cubicBezTo>
                      <a:pt x="45" y="19"/>
                      <a:pt x="51" y="41"/>
                      <a:pt x="46" y="46"/>
                    </a:cubicBezTo>
                    <a:cubicBezTo>
                      <a:pt x="46" y="47"/>
                      <a:pt x="3" y="51"/>
                      <a:pt x="2" y="52"/>
                    </a:cubicBezTo>
                    <a:cubicBezTo>
                      <a:pt x="6" y="50"/>
                      <a:pt x="4" y="39"/>
                      <a:pt x="4" y="36"/>
                    </a:cubicBezTo>
                    <a:cubicBezTo>
                      <a:pt x="4" y="29"/>
                      <a:pt x="0" y="12"/>
                      <a:pt x="4" y="7"/>
                    </a:cubicBezTo>
                    <a:cubicBezTo>
                      <a:pt x="4" y="7"/>
                      <a:pt x="48" y="0"/>
                      <a:pt x="48" y="0"/>
                    </a:cubicBezTo>
                    <a:cubicBezTo>
                      <a:pt x="46" y="1"/>
                      <a:pt x="46" y="8"/>
                      <a:pt x="46" y="11"/>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99" name="Google Shape;399;p13"/>
            <p:cNvGrpSpPr/>
            <p:nvPr/>
          </p:nvGrpSpPr>
          <p:grpSpPr>
            <a:xfrm rot="-2849343">
              <a:off x="-238519" y="663130"/>
              <a:ext cx="1313574" cy="889180"/>
              <a:chOff x="6120623" y="1600755"/>
              <a:chExt cx="1889363" cy="1278941"/>
            </a:xfrm>
          </p:grpSpPr>
          <p:sp>
            <p:nvSpPr>
              <p:cNvPr id="400" name="Google Shape;400;p13"/>
              <p:cNvSpPr/>
              <p:nvPr/>
            </p:nvSpPr>
            <p:spPr>
              <a:xfrm>
                <a:off x="6428776" y="2005239"/>
                <a:ext cx="1022683" cy="647174"/>
              </a:xfrm>
              <a:custGeom>
                <a:rect b="b" l="l" r="r" t="t"/>
                <a:pathLst>
                  <a:path extrusionOk="0" h="205" w="324">
                    <a:moveTo>
                      <a:pt x="324" y="121"/>
                    </a:moveTo>
                    <a:cubicBezTo>
                      <a:pt x="263" y="116"/>
                      <a:pt x="202" y="112"/>
                      <a:pt x="140" y="107"/>
                    </a:cubicBezTo>
                    <a:cubicBezTo>
                      <a:pt x="102" y="72"/>
                      <a:pt x="64" y="36"/>
                      <a:pt x="26" y="0"/>
                    </a:cubicBezTo>
                    <a:cubicBezTo>
                      <a:pt x="2" y="61"/>
                      <a:pt x="2" y="61"/>
                      <a:pt x="2" y="61"/>
                    </a:cubicBezTo>
                    <a:cubicBezTo>
                      <a:pt x="2" y="62"/>
                      <a:pt x="1" y="64"/>
                      <a:pt x="1" y="65"/>
                    </a:cubicBezTo>
                    <a:cubicBezTo>
                      <a:pt x="0" y="70"/>
                      <a:pt x="1" y="76"/>
                      <a:pt x="3" y="81"/>
                    </a:cubicBezTo>
                    <a:cubicBezTo>
                      <a:pt x="13" y="105"/>
                      <a:pt x="39" y="124"/>
                      <a:pt x="60" y="138"/>
                    </a:cubicBezTo>
                    <a:cubicBezTo>
                      <a:pt x="104" y="166"/>
                      <a:pt x="154" y="187"/>
                      <a:pt x="205" y="197"/>
                    </a:cubicBezTo>
                    <a:cubicBezTo>
                      <a:pt x="229" y="201"/>
                      <a:pt x="257" y="205"/>
                      <a:pt x="280" y="197"/>
                    </a:cubicBezTo>
                    <a:cubicBezTo>
                      <a:pt x="286" y="195"/>
                      <a:pt x="291" y="192"/>
                      <a:pt x="295" y="188"/>
                    </a:cubicBezTo>
                    <a:cubicBezTo>
                      <a:pt x="295" y="187"/>
                      <a:pt x="297" y="185"/>
                      <a:pt x="297" y="185"/>
                    </a:cubicBezTo>
                    <a:cubicBezTo>
                      <a:pt x="298" y="183"/>
                      <a:pt x="298" y="183"/>
                      <a:pt x="298" y="183"/>
                    </a:cubicBezTo>
                    <a:cubicBezTo>
                      <a:pt x="324" y="121"/>
                      <a:pt x="324" y="121"/>
                      <a:pt x="324" y="12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13"/>
              <p:cNvSpPr/>
              <p:nvPr/>
            </p:nvSpPr>
            <p:spPr>
              <a:xfrm>
                <a:off x="6394109" y="2197850"/>
                <a:ext cx="974533" cy="554721"/>
              </a:xfrm>
              <a:custGeom>
                <a:rect b="b" l="l" r="r" t="t"/>
                <a:pathLst>
                  <a:path extrusionOk="0" h="176" w="309">
                    <a:moveTo>
                      <a:pt x="308" y="124"/>
                    </a:moveTo>
                    <a:cubicBezTo>
                      <a:pt x="297" y="141"/>
                      <a:pt x="265" y="141"/>
                      <a:pt x="246" y="140"/>
                    </a:cubicBezTo>
                    <a:cubicBezTo>
                      <a:pt x="195" y="136"/>
                      <a:pt x="146" y="118"/>
                      <a:pt x="101" y="94"/>
                    </a:cubicBezTo>
                    <a:cubicBezTo>
                      <a:pt x="73" y="80"/>
                      <a:pt x="46" y="62"/>
                      <a:pt x="26" y="38"/>
                    </a:cubicBezTo>
                    <a:cubicBezTo>
                      <a:pt x="17" y="28"/>
                      <a:pt x="8" y="14"/>
                      <a:pt x="13" y="0"/>
                    </a:cubicBezTo>
                    <a:cubicBezTo>
                      <a:pt x="12" y="2"/>
                      <a:pt x="1" y="32"/>
                      <a:pt x="1" y="34"/>
                    </a:cubicBezTo>
                    <a:cubicBezTo>
                      <a:pt x="0" y="38"/>
                      <a:pt x="0" y="42"/>
                      <a:pt x="1" y="46"/>
                    </a:cubicBezTo>
                    <a:cubicBezTo>
                      <a:pt x="8" y="71"/>
                      <a:pt x="37" y="94"/>
                      <a:pt x="59" y="108"/>
                    </a:cubicBezTo>
                    <a:cubicBezTo>
                      <a:pt x="100" y="135"/>
                      <a:pt x="146" y="154"/>
                      <a:pt x="194" y="165"/>
                    </a:cubicBezTo>
                    <a:cubicBezTo>
                      <a:pt x="221" y="171"/>
                      <a:pt x="260" y="176"/>
                      <a:pt x="285" y="163"/>
                    </a:cubicBezTo>
                    <a:cubicBezTo>
                      <a:pt x="288" y="161"/>
                      <a:pt x="292" y="158"/>
                      <a:pt x="294" y="155"/>
                    </a:cubicBezTo>
                    <a:cubicBezTo>
                      <a:pt x="296" y="154"/>
                      <a:pt x="307" y="124"/>
                      <a:pt x="309" y="122"/>
                    </a:cubicBezTo>
                    <a:lnTo>
                      <a:pt x="308" y="1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13"/>
              <p:cNvSpPr/>
              <p:nvPr/>
            </p:nvSpPr>
            <p:spPr>
              <a:xfrm>
                <a:off x="6871746" y="2298008"/>
                <a:ext cx="1138240" cy="130976"/>
              </a:xfrm>
              <a:custGeom>
                <a:rect b="b" l="l" r="r" t="t"/>
                <a:pathLst>
                  <a:path extrusionOk="0" h="41" w="361">
                    <a:moveTo>
                      <a:pt x="361" y="29"/>
                    </a:moveTo>
                    <a:cubicBezTo>
                      <a:pt x="355" y="41"/>
                      <a:pt x="355" y="41"/>
                      <a:pt x="355" y="41"/>
                    </a:cubicBezTo>
                    <a:cubicBezTo>
                      <a:pt x="249" y="33"/>
                      <a:pt x="105" y="22"/>
                      <a:pt x="0" y="14"/>
                    </a:cubicBezTo>
                    <a:cubicBezTo>
                      <a:pt x="6" y="0"/>
                      <a:pt x="6" y="0"/>
                      <a:pt x="6" y="0"/>
                    </a:cubicBezTo>
                    <a:cubicBezTo>
                      <a:pt x="361" y="29"/>
                      <a:pt x="361" y="29"/>
                      <a:pt x="361" y="29"/>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13"/>
              <p:cNvSpPr/>
              <p:nvPr/>
            </p:nvSpPr>
            <p:spPr>
              <a:xfrm>
                <a:off x="6136031" y="1600755"/>
                <a:ext cx="1873954" cy="789707"/>
              </a:xfrm>
              <a:custGeom>
                <a:rect b="b" l="l" r="r" t="t"/>
                <a:pathLst>
                  <a:path extrusionOk="0" h="410" w="973">
                    <a:moveTo>
                      <a:pt x="973" y="410"/>
                    </a:moveTo>
                    <a:lnTo>
                      <a:pt x="391" y="362"/>
                    </a:lnTo>
                    <a:lnTo>
                      <a:pt x="0" y="0"/>
                    </a:lnTo>
                    <a:lnTo>
                      <a:pt x="555" y="72"/>
                    </a:lnTo>
                    <a:lnTo>
                      <a:pt x="973" y="41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4" name="Google Shape;404;p13"/>
              <p:cNvSpPr/>
              <p:nvPr/>
            </p:nvSpPr>
            <p:spPr>
              <a:xfrm>
                <a:off x="6136031" y="1600755"/>
                <a:ext cx="1873954" cy="789707"/>
              </a:xfrm>
              <a:custGeom>
                <a:rect b="b" l="l" r="r" t="t"/>
                <a:pathLst>
                  <a:path extrusionOk="0" h="410" w="973">
                    <a:moveTo>
                      <a:pt x="973" y="410"/>
                    </a:moveTo>
                    <a:lnTo>
                      <a:pt x="391" y="362"/>
                    </a:lnTo>
                    <a:lnTo>
                      <a:pt x="0" y="0"/>
                    </a:lnTo>
                    <a:lnTo>
                      <a:pt x="555" y="72"/>
                    </a:lnTo>
                    <a:lnTo>
                      <a:pt x="973" y="41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13"/>
              <p:cNvSpPr/>
              <p:nvPr/>
            </p:nvSpPr>
            <p:spPr>
              <a:xfrm>
                <a:off x="6120623" y="1600755"/>
                <a:ext cx="768457" cy="741554"/>
              </a:xfrm>
              <a:custGeom>
                <a:rect b="b" l="l" r="r" t="t"/>
                <a:pathLst>
                  <a:path extrusionOk="0" h="235" w="244">
                    <a:moveTo>
                      <a:pt x="244" y="221"/>
                    </a:moveTo>
                    <a:cubicBezTo>
                      <a:pt x="238" y="235"/>
                      <a:pt x="238" y="235"/>
                      <a:pt x="238" y="235"/>
                    </a:cubicBezTo>
                    <a:cubicBezTo>
                      <a:pt x="171" y="172"/>
                      <a:pt x="69" y="77"/>
                      <a:pt x="0" y="13"/>
                    </a:cubicBezTo>
                    <a:cubicBezTo>
                      <a:pt x="5" y="0"/>
                      <a:pt x="5" y="0"/>
                      <a:pt x="5" y="0"/>
                    </a:cubicBezTo>
                    <a:lnTo>
                      <a:pt x="244" y="22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13"/>
              <p:cNvSpPr/>
              <p:nvPr/>
            </p:nvSpPr>
            <p:spPr>
              <a:xfrm>
                <a:off x="6492332" y="2005239"/>
                <a:ext cx="959125" cy="647174"/>
              </a:xfrm>
              <a:custGeom>
                <a:rect b="b" l="l" r="r" t="t"/>
                <a:pathLst>
                  <a:path extrusionOk="0" h="205" w="304">
                    <a:moveTo>
                      <a:pt x="175" y="163"/>
                    </a:moveTo>
                    <a:cubicBezTo>
                      <a:pt x="166" y="167"/>
                      <a:pt x="156" y="166"/>
                      <a:pt x="147" y="166"/>
                    </a:cubicBezTo>
                    <a:cubicBezTo>
                      <a:pt x="126" y="165"/>
                      <a:pt x="105" y="164"/>
                      <a:pt x="84" y="163"/>
                    </a:cubicBezTo>
                    <a:cubicBezTo>
                      <a:pt x="116" y="178"/>
                      <a:pt x="150" y="190"/>
                      <a:pt x="185" y="197"/>
                    </a:cubicBezTo>
                    <a:cubicBezTo>
                      <a:pt x="209" y="201"/>
                      <a:pt x="237" y="205"/>
                      <a:pt x="260" y="197"/>
                    </a:cubicBezTo>
                    <a:cubicBezTo>
                      <a:pt x="266" y="195"/>
                      <a:pt x="271" y="192"/>
                      <a:pt x="275" y="188"/>
                    </a:cubicBezTo>
                    <a:cubicBezTo>
                      <a:pt x="275" y="187"/>
                      <a:pt x="277" y="185"/>
                      <a:pt x="277" y="185"/>
                    </a:cubicBezTo>
                    <a:cubicBezTo>
                      <a:pt x="278" y="183"/>
                      <a:pt x="278" y="183"/>
                      <a:pt x="278" y="183"/>
                    </a:cubicBezTo>
                    <a:cubicBezTo>
                      <a:pt x="304" y="121"/>
                      <a:pt x="304" y="121"/>
                      <a:pt x="304" y="121"/>
                    </a:cubicBezTo>
                    <a:cubicBezTo>
                      <a:pt x="304" y="121"/>
                      <a:pt x="304" y="121"/>
                      <a:pt x="304" y="121"/>
                    </a:cubicBezTo>
                    <a:cubicBezTo>
                      <a:pt x="243" y="116"/>
                      <a:pt x="182" y="112"/>
                      <a:pt x="120" y="107"/>
                    </a:cubicBezTo>
                    <a:cubicBezTo>
                      <a:pt x="82" y="72"/>
                      <a:pt x="44" y="36"/>
                      <a:pt x="6" y="0"/>
                    </a:cubicBezTo>
                    <a:cubicBezTo>
                      <a:pt x="0" y="16"/>
                      <a:pt x="0" y="16"/>
                      <a:pt x="0" y="16"/>
                    </a:cubicBezTo>
                    <a:cubicBezTo>
                      <a:pt x="8" y="30"/>
                      <a:pt x="19" y="42"/>
                      <a:pt x="24" y="49"/>
                    </a:cubicBezTo>
                    <a:cubicBezTo>
                      <a:pt x="34" y="62"/>
                      <a:pt x="46" y="74"/>
                      <a:pt x="60" y="84"/>
                    </a:cubicBezTo>
                    <a:cubicBezTo>
                      <a:pt x="86" y="103"/>
                      <a:pt x="118" y="116"/>
                      <a:pt x="151" y="120"/>
                    </a:cubicBezTo>
                    <a:cubicBezTo>
                      <a:pt x="159" y="121"/>
                      <a:pt x="167" y="121"/>
                      <a:pt x="175" y="124"/>
                    </a:cubicBezTo>
                    <a:cubicBezTo>
                      <a:pt x="182" y="127"/>
                      <a:pt x="189" y="133"/>
                      <a:pt x="190" y="141"/>
                    </a:cubicBezTo>
                    <a:cubicBezTo>
                      <a:pt x="191" y="151"/>
                      <a:pt x="184" y="159"/>
                      <a:pt x="175" y="163"/>
                    </a:cubicBezTo>
                    <a:close/>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7" name="Google Shape;407;p13"/>
              <p:cNvSpPr/>
              <p:nvPr/>
            </p:nvSpPr>
            <p:spPr>
              <a:xfrm>
                <a:off x="6136031" y="1600755"/>
                <a:ext cx="1873954" cy="789707"/>
              </a:xfrm>
              <a:custGeom>
                <a:rect b="b" l="l" r="r" t="t"/>
                <a:pathLst>
                  <a:path extrusionOk="0" h="250" w="594">
                    <a:moveTo>
                      <a:pt x="0" y="0"/>
                    </a:moveTo>
                    <a:cubicBezTo>
                      <a:pt x="239" y="221"/>
                      <a:pt x="239" y="221"/>
                      <a:pt x="239" y="221"/>
                    </a:cubicBezTo>
                    <a:cubicBezTo>
                      <a:pt x="594" y="250"/>
                      <a:pt x="594" y="250"/>
                      <a:pt x="594" y="250"/>
                    </a:cubicBezTo>
                    <a:cubicBezTo>
                      <a:pt x="388" y="83"/>
                      <a:pt x="388" y="83"/>
                      <a:pt x="388" y="83"/>
                    </a:cubicBezTo>
                    <a:cubicBezTo>
                      <a:pt x="391" y="92"/>
                      <a:pt x="395" y="101"/>
                      <a:pt x="395" y="111"/>
                    </a:cubicBezTo>
                    <a:cubicBezTo>
                      <a:pt x="396" y="127"/>
                      <a:pt x="391" y="143"/>
                      <a:pt x="381" y="156"/>
                    </a:cubicBezTo>
                    <a:cubicBezTo>
                      <a:pt x="365" y="176"/>
                      <a:pt x="338" y="186"/>
                      <a:pt x="311" y="186"/>
                    </a:cubicBezTo>
                    <a:cubicBezTo>
                      <a:pt x="304" y="186"/>
                      <a:pt x="297" y="185"/>
                      <a:pt x="290" y="184"/>
                    </a:cubicBezTo>
                    <a:cubicBezTo>
                      <a:pt x="257" y="178"/>
                      <a:pt x="228" y="160"/>
                      <a:pt x="200" y="142"/>
                    </a:cubicBezTo>
                    <a:cubicBezTo>
                      <a:pt x="132" y="98"/>
                      <a:pt x="66" y="51"/>
                      <a:pt x="3" y="0"/>
                    </a:cubicBezTo>
                    <a:cubicBezTo>
                      <a:pt x="0" y="0"/>
                      <a:pt x="0" y="0"/>
                      <a:pt x="0" y="0"/>
                    </a:cubicBezTo>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8" name="Google Shape;408;p13"/>
              <p:cNvSpPr/>
              <p:nvPr/>
            </p:nvSpPr>
            <p:spPr>
              <a:xfrm>
                <a:off x="7031599" y="1945530"/>
                <a:ext cx="533490" cy="934166"/>
              </a:xfrm>
              <a:custGeom>
                <a:rect b="b" l="l" r="r" t="t"/>
                <a:pathLst>
                  <a:path extrusionOk="0" h="296" w="169">
                    <a:moveTo>
                      <a:pt x="166" y="271"/>
                    </a:moveTo>
                    <a:cubicBezTo>
                      <a:pt x="167" y="266"/>
                      <a:pt x="166" y="261"/>
                      <a:pt x="164" y="257"/>
                    </a:cubicBezTo>
                    <a:cubicBezTo>
                      <a:pt x="162" y="252"/>
                      <a:pt x="158" y="248"/>
                      <a:pt x="154" y="247"/>
                    </a:cubicBezTo>
                    <a:cubicBezTo>
                      <a:pt x="169" y="130"/>
                      <a:pt x="169" y="130"/>
                      <a:pt x="169" y="130"/>
                    </a:cubicBezTo>
                    <a:cubicBezTo>
                      <a:pt x="169" y="128"/>
                      <a:pt x="169" y="127"/>
                      <a:pt x="167" y="126"/>
                    </a:cubicBezTo>
                    <a:cubicBezTo>
                      <a:pt x="7" y="1"/>
                      <a:pt x="7" y="1"/>
                      <a:pt x="7" y="1"/>
                    </a:cubicBezTo>
                    <a:cubicBezTo>
                      <a:pt x="6" y="0"/>
                      <a:pt x="3" y="0"/>
                      <a:pt x="2" y="2"/>
                    </a:cubicBezTo>
                    <a:cubicBezTo>
                      <a:pt x="0" y="3"/>
                      <a:pt x="1" y="6"/>
                      <a:pt x="2" y="7"/>
                    </a:cubicBezTo>
                    <a:cubicBezTo>
                      <a:pt x="161" y="131"/>
                      <a:pt x="161" y="131"/>
                      <a:pt x="161" y="131"/>
                    </a:cubicBezTo>
                    <a:cubicBezTo>
                      <a:pt x="146" y="247"/>
                      <a:pt x="146" y="247"/>
                      <a:pt x="146" y="247"/>
                    </a:cubicBezTo>
                    <a:cubicBezTo>
                      <a:pt x="137" y="249"/>
                      <a:pt x="128" y="260"/>
                      <a:pt x="128" y="272"/>
                    </a:cubicBezTo>
                    <a:cubicBezTo>
                      <a:pt x="129" y="277"/>
                      <a:pt x="130" y="282"/>
                      <a:pt x="133" y="287"/>
                    </a:cubicBezTo>
                    <a:cubicBezTo>
                      <a:pt x="139" y="295"/>
                      <a:pt x="152" y="296"/>
                      <a:pt x="159" y="288"/>
                    </a:cubicBezTo>
                    <a:cubicBezTo>
                      <a:pt x="163" y="283"/>
                      <a:pt x="166" y="277"/>
                      <a:pt x="166" y="271"/>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09" name="Google Shape;409;p13"/>
            <p:cNvSpPr/>
            <p:nvPr/>
          </p:nvSpPr>
          <p:spPr>
            <a:xfrm>
              <a:off x="558477" y="9027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13"/>
            <p:cNvSpPr/>
            <p:nvPr/>
          </p:nvSpPr>
          <p:spPr>
            <a:xfrm>
              <a:off x="8268623" y="482475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2">
    <p:spTree>
      <p:nvGrpSpPr>
        <p:cNvPr id="411" name="Shape 411"/>
        <p:cNvGrpSpPr/>
        <p:nvPr/>
      </p:nvGrpSpPr>
      <p:grpSpPr>
        <a:xfrm>
          <a:off x="0" y="0"/>
          <a:ext cx="0" cy="0"/>
          <a:chOff x="0" y="0"/>
          <a:chExt cx="0" cy="0"/>
        </a:xfrm>
      </p:grpSpPr>
      <p:pic>
        <p:nvPicPr>
          <p:cNvPr id="412" name="Google Shape;412;p14"/>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413" name="Google Shape;413;p14"/>
          <p:cNvSpPr txBox="1"/>
          <p:nvPr>
            <p:ph idx="1" type="subTitle"/>
          </p:nvPr>
        </p:nvSpPr>
        <p:spPr>
          <a:xfrm>
            <a:off x="1111747" y="2062409"/>
            <a:ext cx="3422400" cy="622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14" name="Google Shape;414;p14"/>
          <p:cNvSpPr txBox="1"/>
          <p:nvPr>
            <p:ph idx="2" type="subTitle"/>
          </p:nvPr>
        </p:nvSpPr>
        <p:spPr>
          <a:xfrm>
            <a:off x="4762253" y="2062410"/>
            <a:ext cx="3422400" cy="622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15" name="Google Shape;415;p14"/>
          <p:cNvSpPr txBox="1"/>
          <p:nvPr>
            <p:ph idx="3" type="subTitle"/>
          </p:nvPr>
        </p:nvSpPr>
        <p:spPr>
          <a:xfrm>
            <a:off x="1111747" y="3615877"/>
            <a:ext cx="3422400" cy="622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16" name="Google Shape;416;p14"/>
          <p:cNvSpPr txBox="1"/>
          <p:nvPr>
            <p:ph idx="4" type="subTitle"/>
          </p:nvPr>
        </p:nvSpPr>
        <p:spPr>
          <a:xfrm>
            <a:off x="4762253" y="3615878"/>
            <a:ext cx="3422400" cy="622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17" name="Google Shape;417;p14"/>
          <p:cNvSpPr txBox="1"/>
          <p:nvPr>
            <p:ph type="title"/>
          </p:nvPr>
        </p:nvSpPr>
        <p:spPr>
          <a:xfrm>
            <a:off x="720000" y="5974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18" name="Google Shape;418;p14"/>
          <p:cNvSpPr txBox="1"/>
          <p:nvPr>
            <p:ph hasCustomPrompt="1" idx="5" type="title"/>
          </p:nvPr>
        </p:nvSpPr>
        <p:spPr>
          <a:xfrm>
            <a:off x="1111747" y="1361250"/>
            <a:ext cx="773700" cy="4476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sz="2100"/>
            </a:lvl1pPr>
            <a:lvl2pPr lvl="1" rtl="0">
              <a:lnSpc>
                <a:spcPct val="115000"/>
              </a:lnSpc>
              <a:spcBef>
                <a:spcPts val="0"/>
              </a:spcBef>
              <a:spcAft>
                <a:spcPts val="0"/>
              </a:spcAft>
              <a:buSzPts val="3000"/>
              <a:buNone/>
              <a:defRPr sz="3000"/>
            </a:lvl2pPr>
            <a:lvl3pPr lvl="2" rtl="0">
              <a:lnSpc>
                <a:spcPct val="115000"/>
              </a:lnSpc>
              <a:spcBef>
                <a:spcPts val="0"/>
              </a:spcBef>
              <a:spcAft>
                <a:spcPts val="0"/>
              </a:spcAft>
              <a:buSzPts val="3000"/>
              <a:buNone/>
              <a:defRPr sz="3000"/>
            </a:lvl3pPr>
            <a:lvl4pPr lvl="3" rtl="0">
              <a:lnSpc>
                <a:spcPct val="115000"/>
              </a:lnSpc>
              <a:spcBef>
                <a:spcPts val="0"/>
              </a:spcBef>
              <a:spcAft>
                <a:spcPts val="0"/>
              </a:spcAft>
              <a:buSzPts val="3000"/>
              <a:buNone/>
              <a:defRPr sz="3000"/>
            </a:lvl4pPr>
            <a:lvl5pPr lvl="4" rtl="0">
              <a:lnSpc>
                <a:spcPct val="115000"/>
              </a:lnSpc>
              <a:spcBef>
                <a:spcPts val="0"/>
              </a:spcBef>
              <a:spcAft>
                <a:spcPts val="0"/>
              </a:spcAft>
              <a:buSzPts val="3000"/>
              <a:buNone/>
              <a:defRPr sz="3000"/>
            </a:lvl5pPr>
            <a:lvl6pPr lvl="5" rtl="0">
              <a:lnSpc>
                <a:spcPct val="115000"/>
              </a:lnSpc>
              <a:spcBef>
                <a:spcPts val="0"/>
              </a:spcBef>
              <a:spcAft>
                <a:spcPts val="0"/>
              </a:spcAft>
              <a:buSzPts val="3000"/>
              <a:buNone/>
              <a:defRPr sz="3000"/>
            </a:lvl6pPr>
            <a:lvl7pPr lvl="6" rtl="0">
              <a:lnSpc>
                <a:spcPct val="115000"/>
              </a:lnSpc>
              <a:spcBef>
                <a:spcPts val="0"/>
              </a:spcBef>
              <a:spcAft>
                <a:spcPts val="0"/>
              </a:spcAft>
              <a:buSzPts val="3000"/>
              <a:buNone/>
              <a:defRPr sz="3000"/>
            </a:lvl7pPr>
            <a:lvl8pPr lvl="7" rtl="0">
              <a:lnSpc>
                <a:spcPct val="115000"/>
              </a:lnSpc>
              <a:spcBef>
                <a:spcPts val="0"/>
              </a:spcBef>
              <a:spcAft>
                <a:spcPts val="0"/>
              </a:spcAft>
              <a:buSzPts val="3000"/>
              <a:buNone/>
              <a:defRPr sz="3000"/>
            </a:lvl8pPr>
            <a:lvl9pPr lvl="8" rtl="0">
              <a:lnSpc>
                <a:spcPct val="115000"/>
              </a:lnSpc>
              <a:spcBef>
                <a:spcPts val="0"/>
              </a:spcBef>
              <a:spcAft>
                <a:spcPts val="0"/>
              </a:spcAft>
              <a:buSzPts val="3000"/>
              <a:buNone/>
              <a:defRPr sz="3000"/>
            </a:lvl9pPr>
          </a:lstStyle>
          <a:p>
            <a:r>
              <a:t>xx%</a:t>
            </a:r>
          </a:p>
        </p:txBody>
      </p:sp>
      <p:sp>
        <p:nvSpPr>
          <p:cNvPr id="419" name="Google Shape;419;p14"/>
          <p:cNvSpPr txBox="1"/>
          <p:nvPr>
            <p:ph hasCustomPrompt="1" idx="6" type="title"/>
          </p:nvPr>
        </p:nvSpPr>
        <p:spPr>
          <a:xfrm>
            <a:off x="1111747" y="2913568"/>
            <a:ext cx="771300" cy="4476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sz="2100"/>
            </a:lvl1pPr>
            <a:lvl2pPr lvl="1" rtl="0">
              <a:lnSpc>
                <a:spcPct val="115000"/>
              </a:lnSpc>
              <a:spcBef>
                <a:spcPts val="0"/>
              </a:spcBef>
              <a:spcAft>
                <a:spcPts val="0"/>
              </a:spcAft>
              <a:buSzPts val="3000"/>
              <a:buNone/>
              <a:defRPr sz="3000"/>
            </a:lvl2pPr>
            <a:lvl3pPr lvl="2" rtl="0">
              <a:lnSpc>
                <a:spcPct val="115000"/>
              </a:lnSpc>
              <a:spcBef>
                <a:spcPts val="0"/>
              </a:spcBef>
              <a:spcAft>
                <a:spcPts val="0"/>
              </a:spcAft>
              <a:buSzPts val="3000"/>
              <a:buNone/>
              <a:defRPr sz="3000"/>
            </a:lvl3pPr>
            <a:lvl4pPr lvl="3" rtl="0">
              <a:lnSpc>
                <a:spcPct val="115000"/>
              </a:lnSpc>
              <a:spcBef>
                <a:spcPts val="0"/>
              </a:spcBef>
              <a:spcAft>
                <a:spcPts val="0"/>
              </a:spcAft>
              <a:buSzPts val="3000"/>
              <a:buNone/>
              <a:defRPr sz="3000"/>
            </a:lvl4pPr>
            <a:lvl5pPr lvl="4" rtl="0">
              <a:lnSpc>
                <a:spcPct val="115000"/>
              </a:lnSpc>
              <a:spcBef>
                <a:spcPts val="0"/>
              </a:spcBef>
              <a:spcAft>
                <a:spcPts val="0"/>
              </a:spcAft>
              <a:buSzPts val="3000"/>
              <a:buNone/>
              <a:defRPr sz="3000"/>
            </a:lvl5pPr>
            <a:lvl6pPr lvl="5" rtl="0">
              <a:lnSpc>
                <a:spcPct val="115000"/>
              </a:lnSpc>
              <a:spcBef>
                <a:spcPts val="0"/>
              </a:spcBef>
              <a:spcAft>
                <a:spcPts val="0"/>
              </a:spcAft>
              <a:buSzPts val="3000"/>
              <a:buNone/>
              <a:defRPr sz="3000"/>
            </a:lvl6pPr>
            <a:lvl7pPr lvl="6" rtl="0">
              <a:lnSpc>
                <a:spcPct val="115000"/>
              </a:lnSpc>
              <a:spcBef>
                <a:spcPts val="0"/>
              </a:spcBef>
              <a:spcAft>
                <a:spcPts val="0"/>
              </a:spcAft>
              <a:buSzPts val="3000"/>
              <a:buNone/>
              <a:defRPr sz="3000"/>
            </a:lvl7pPr>
            <a:lvl8pPr lvl="7" rtl="0">
              <a:lnSpc>
                <a:spcPct val="115000"/>
              </a:lnSpc>
              <a:spcBef>
                <a:spcPts val="0"/>
              </a:spcBef>
              <a:spcAft>
                <a:spcPts val="0"/>
              </a:spcAft>
              <a:buSzPts val="3000"/>
              <a:buNone/>
              <a:defRPr sz="3000"/>
            </a:lvl8pPr>
            <a:lvl9pPr lvl="8" rtl="0">
              <a:lnSpc>
                <a:spcPct val="115000"/>
              </a:lnSpc>
              <a:spcBef>
                <a:spcPts val="0"/>
              </a:spcBef>
              <a:spcAft>
                <a:spcPts val="0"/>
              </a:spcAft>
              <a:buSzPts val="3000"/>
              <a:buNone/>
              <a:defRPr sz="3000"/>
            </a:lvl9pPr>
          </a:lstStyle>
          <a:p>
            <a:r>
              <a:t>xx%</a:t>
            </a:r>
          </a:p>
        </p:txBody>
      </p:sp>
      <p:sp>
        <p:nvSpPr>
          <p:cNvPr id="420" name="Google Shape;420;p14"/>
          <p:cNvSpPr txBox="1"/>
          <p:nvPr>
            <p:ph hasCustomPrompt="1" idx="7" type="title"/>
          </p:nvPr>
        </p:nvSpPr>
        <p:spPr>
          <a:xfrm>
            <a:off x="4762248" y="1361887"/>
            <a:ext cx="771300" cy="4464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sz="2100"/>
            </a:lvl1pPr>
            <a:lvl2pPr lvl="1" rtl="0">
              <a:lnSpc>
                <a:spcPct val="115000"/>
              </a:lnSpc>
              <a:spcBef>
                <a:spcPts val="0"/>
              </a:spcBef>
              <a:spcAft>
                <a:spcPts val="0"/>
              </a:spcAft>
              <a:buSzPts val="3000"/>
              <a:buNone/>
              <a:defRPr sz="3000"/>
            </a:lvl2pPr>
            <a:lvl3pPr lvl="2" rtl="0">
              <a:lnSpc>
                <a:spcPct val="115000"/>
              </a:lnSpc>
              <a:spcBef>
                <a:spcPts val="0"/>
              </a:spcBef>
              <a:spcAft>
                <a:spcPts val="0"/>
              </a:spcAft>
              <a:buSzPts val="3000"/>
              <a:buNone/>
              <a:defRPr sz="3000"/>
            </a:lvl3pPr>
            <a:lvl4pPr lvl="3" rtl="0">
              <a:lnSpc>
                <a:spcPct val="115000"/>
              </a:lnSpc>
              <a:spcBef>
                <a:spcPts val="0"/>
              </a:spcBef>
              <a:spcAft>
                <a:spcPts val="0"/>
              </a:spcAft>
              <a:buSzPts val="3000"/>
              <a:buNone/>
              <a:defRPr sz="3000"/>
            </a:lvl4pPr>
            <a:lvl5pPr lvl="4" rtl="0">
              <a:lnSpc>
                <a:spcPct val="115000"/>
              </a:lnSpc>
              <a:spcBef>
                <a:spcPts val="0"/>
              </a:spcBef>
              <a:spcAft>
                <a:spcPts val="0"/>
              </a:spcAft>
              <a:buSzPts val="3000"/>
              <a:buNone/>
              <a:defRPr sz="3000"/>
            </a:lvl5pPr>
            <a:lvl6pPr lvl="5" rtl="0">
              <a:lnSpc>
                <a:spcPct val="115000"/>
              </a:lnSpc>
              <a:spcBef>
                <a:spcPts val="0"/>
              </a:spcBef>
              <a:spcAft>
                <a:spcPts val="0"/>
              </a:spcAft>
              <a:buSzPts val="3000"/>
              <a:buNone/>
              <a:defRPr sz="3000"/>
            </a:lvl6pPr>
            <a:lvl7pPr lvl="6" rtl="0">
              <a:lnSpc>
                <a:spcPct val="115000"/>
              </a:lnSpc>
              <a:spcBef>
                <a:spcPts val="0"/>
              </a:spcBef>
              <a:spcAft>
                <a:spcPts val="0"/>
              </a:spcAft>
              <a:buSzPts val="3000"/>
              <a:buNone/>
              <a:defRPr sz="3000"/>
            </a:lvl7pPr>
            <a:lvl8pPr lvl="7" rtl="0">
              <a:lnSpc>
                <a:spcPct val="115000"/>
              </a:lnSpc>
              <a:spcBef>
                <a:spcPts val="0"/>
              </a:spcBef>
              <a:spcAft>
                <a:spcPts val="0"/>
              </a:spcAft>
              <a:buSzPts val="3000"/>
              <a:buNone/>
              <a:defRPr sz="3000"/>
            </a:lvl8pPr>
            <a:lvl9pPr lvl="8" rtl="0">
              <a:lnSpc>
                <a:spcPct val="115000"/>
              </a:lnSpc>
              <a:spcBef>
                <a:spcPts val="0"/>
              </a:spcBef>
              <a:spcAft>
                <a:spcPts val="0"/>
              </a:spcAft>
              <a:buSzPts val="3000"/>
              <a:buNone/>
              <a:defRPr sz="3000"/>
            </a:lvl9pPr>
          </a:lstStyle>
          <a:p>
            <a:r>
              <a:t>xx%</a:t>
            </a:r>
          </a:p>
        </p:txBody>
      </p:sp>
      <p:sp>
        <p:nvSpPr>
          <p:cNvPr id="421" name="Google Shape;421;p14"/>
          <p:cNvSpPr txBox="1"/>
          <p:nvPr>
            <p:ph hasCustomPrompt="1" idx="8" type="title"/>
          </p:nvPr>
        </p:nvSpPr>
        <p:spPr>
          <a:xfrm>
            <a:off x="4762248" y="2913569"/>
            <a:ext cx="771300" cy="4476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sz="2100"/>
            </a:lvl1pPr>
            <a:lvl2pPr lvl="1" rtl="0">
              <a:lnSpc>
                <a:spcPct val="115000"/>
              </a:lnSpc>
              <a:spcBef>
                <a:spcPts val="0"/>
              </a:spcBef>
              <a:spcAft>
                <a:spcPts val="0"/>
              </a:spcAft>
              <a:buSzPts val="3000"/>
              <a:buNone/>
              <a:defRPr sz="3000"/>
            </a:lvl2pPr>
            <a:lvl3pPr lvl="2" rtl="0">
              <a:lnSpc>
                <a:spcPct val="115000"/>
              </a:lnSpc>
              <a:spcBef>
                <a:spcPts val="0"/>
              </a:spcBef>
              <a:spcAft>
                <a:spcPts val="0"/>
              </a:spcAft>
              <a:buSzPts val="3000"/>
              <a:buNone/>
              <a:defRPr sz="3000"/>
            </a:lvl3pPr>
            <a:lvl4pPr lvl="3" rtl="0">
              <a:lnSpc>
                <a:spcPct val="115000"/>
              </a:lnSpc>
              <a:spcBef>
                <a:spcPts val="0"/>
              </a:spcBef>
              <a:spcAft>
                <a:spcPts val="0"/>
              </a:spcAft>
              <a:buSzPts val="3000"/>
              <a:buNone/>
              <a:defRPr sz="3000"/>
            </a:lvl4pPr>
            <a:lvl5pPr lvl="4" rtl="0">
              <a:lnSpc>
                <a:spcPct val="115000"/>
              </a:lnSpc>
              <a:spcBef>
                <a:spcPts val="0"/>
              </a:spcBef>
              <a:spcAft>
                <a:spcPts val="0"/>
              </a:spcAft>
              <a:buSzPts val="3000"/>
              <a:buNone/>
              <a:defRPr sz="3000"/>
            </a:lvl5pPr>
            <a:lvl6pPr lvl="5" rtl="0">
              <a:lnSpc>
                <a:spcPct val="115000"/>
              </a:lnSpc>
              <a:spcBef>
                <a:spcPts val="0"/>
              </a:spcBef>
              <a:spcAft>
                <a:spcPts val="0"/>
              </a:spcAft>
              <a:buSzPts val="3000"/>
              <a:buNone/>
              <a:defRPr sz="3000"/>
            </a:lvl6pPr>
            <a:lvl7pPr lvl="6" rtl="0">
              <a:lnSpc>
                <a:spcPct val="115000"/>
              </a:lnSpc>
              <a:spcBef>
                <a:spcPts val="0"/>
              </a:spcBef>
              <a:spcAft>
                <a:spcPts val="0"/>
              </a:spcAft>
              <a:buSzPts val="3000"/>
              <a:buNone/>
              <a:defRPr sz="3000"/>
            </a:lvl7pPr>
            <a:lvl8pPr lvl="7" rtl="0">
              <a:lnSpc>
                <a:spcPct val="115000"/>
              </a:lnSpc>
              <a:spcBef>
                <a:spcPts val="0"/>
              </a:spcBef>
              <a:spcAft>
                <a:spcPts val="0"/>
              </a:spcAft>
              <a:buSzPts val="3000"/>
              <a:buNone/>
              <a:defRPr sz="3000"/>
            </a:lvl8pPr>
            <a:lvl9pPr lvl="8" rtl="0">
              <a:lnSpc>
                <a:spcPct val="115000"/>
              </a:lnSpc>
              <a:spcBef>
                <a:spcPts val="0"/>
              </a:spcBef>
              <a:spcAft>
                <a:spcPts val="0"/>
              </a:spcAft>
              <a:buSzPts val="3000"/>
              <a:buNone/>
              <a:defRPr sz="3000"/>
            </a:lvl9pPr>
          </a:lstStyle>
          <a:p>
            <a:r>
              <a:t>xx%</a:t>
            </a:r>
          </a:p>
        </p:txBody>
      </p:sp>
      <p:sp>
        <p:nvSpPr>
          <p:cNvPr id="422" name="Google Shape;422;p14"/>
          <p:cNvSpPr txBox="1"/>
          <p:nvPr>
            <p:ph idx="9" type="subTitle"/>
          </p:nvPr>
        </p:nvSpPr>
        <p:spPr>
          <a:xfrm>
            <a:off x="1111747" y="1741861"/>
            <a:ext cx="3422400" cy="44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423" name="Google Shape;423;p14"/>
          <p:cNvSpPr txBox="1"/>
          <p:nvPr>
            <p:ph idx="13" type="subTitle"/>
          </p:nvPr>
        </p:nvSpPr>
        <p:spPr>
          <a:xfrm>
            <a:off x="1111747" y="3295459"/>
            <a:ext cx="3422400" cy="447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424" name="Google Shape;424;p14"/>
          <p:cNvSpPr txBox="1"/>
          <p:nvPr>
            <p:ph idx="14" type="subTitle"/>
          </p:nvPr>
        </p:nvSpPr>
        <p:spPr>
          <a:xfrm>
            <a:off x="4762248" y="1741861"/>
            <a:ext cx="3422400" cy="447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425" name="Google Shape;425;p14"/>
          <p:cNvSpPr txBox="1"/>
          <p:nvPr>
            <p:ph idx="15" type="subTitle"/>
          </p:nvPr>
        </p:nvSpPr>
        <p:spPr>
          <a:xfrm>
            <a:off x="4762248" y="3295457"/>
            <a:ext cx="3422400" cy="447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15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grpSp>
        <p:nvGrpSpPr>
          <p:cNvPr id="426" name="Google Shape;426;p14"/>
          <p:cNvGrpSpPr/>
          <p:nvPr/>
        </p:nvGrpSpPr>
        <p:grpSpPr>
          <a:xfrm>
            <a:off x="-656486" y="-20439"/>
            <a:ext cx="9928125" cy="5653899"/>
            <a:chOff x="-656486" y="-20439"/>
            <a:chExt cx="9928125" cy="5653899"/>
          </a:xfrm>
        </p:grpSpPr>
        <p:grpSp>
          <p:nvGrpSpPr>
            <p:cNvPr id="427" name="Google Shape;427;p14"/>
            <p:cNvGrpSpPr/>
            <p:nvPr/>
          </p:nvGrpSpPr>
          <p:grpSpPr>
            <a:xfrm rot="9864516">
              <a:off x="8328688" y="74426"/>
              <a:ext cx="833272" cy="930156"/>
              <a:chOff x="3378650" y="4173525"/>
              <a:chExt cx="573088" cy="639763"/>
            </a:xfrm>
          </p:grpSpPr>
          <p:sp>
            <p:nvSpPr>
              <p:cNvPr id="428" name="Google Shape;428;p14"/>
              <p:cNvSpPr/>
              <p:nvPr/>
            </p:nvSpPr>
            <p:spPr>
              <a:xfrm>
                <a:off x="3378650" y="4173525"/>
                <a:ext cx="276225" cy="309563"/>
              </a:xfrm>
              <a:custGeom>
                <a:rect b="b" l="l" r="r" t="t"/>
                <a:pathLst>
                  <a:path extrusionOk="0" h="119" w="106">
                    <a:moveTo>
                      <a:pt x="6" y="5"/>
                    </a:moveTo>
                    <a:cubicBezTo>
                      <a:pt x="6" y="5"/>
                      <a:pt x="6" y="5"/>
                      <a:pt x="6" y="5"/>
                    </a:cubicBezTo>
                    <a:cubicBezTo>
                      <a:pt x="12" y="0"/>
                      <a:pt x="21" y="1"/>
                      <a:pt x="25" y="7"/>
                    </a:cubicBezTo>
                    <a:cubicBezTo>
                      <a:pt x="106" y="102"/>
                      <a:pt x="106" y="102"/>
                      <a:pt x="106" y="102"/>
                    </a:cubicBezTo>
                    <a:cubicBezTo>
                      <a:pt x="85" y="119"/>
                      <a:pt x="85" y="119"/>
                      <a:pt x="85" y="119"/>
                    </a:cubicBezTo>
                    <a:cubicBezTo>
                      <a:pt x="5" y="24"/>
                      <a:pt x="5" y="24"/>
                      <a:pt x="5" y="24"/>
                    </a:cubicBezTo>
                    <a:cubicBezTo>
                      <a:pt x="0" y="18"/>
                      <a:pt x="1" y="10"/>
                      <a:pt x="6"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14"/>
              <p:cNvSpPr/>
              <p:nvPr/>
            </p:nvSpPr>
            <p:spPr>
              <a:xfrm>
                <a:off x="3543750" y="4370375"/>
                <a:ext cx="87313" cy="87313"/>
              </a:xfrm>
              <a:custGeom>
                <a:rect b="b" l="l" r="r" t="t"/>
                <a:pathLst>
                  <a:path extrusionOk="0" h="55" w="55">
                    <a:moveTo>
                      <a:pt x="34" y="0"/>
                    </a:moveTo>
                    <a:lnTo>
                      <a:pt x="0" y="30"/>
                    </a:lnTo>
                    <a:lnTo>
                      <a:pt x="21" y="55"/>
                    </a:lnTo>
                    <a:lnTo>
                      <a:pt x="55" y="25"/>
                    </a:lnTo>
                    <a:lnTo>
                      <a:pt x="3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14"/>
              <p:cNvSpPr/>
              <p:nvPr/>
            </p:nvSpPr>
            <p:spPr>
              <a:xfrm>
                <a:off x="3618363" y="4454513"/>
                <a:ext cx="49213" cy="52388"/>
              </a:xfrm>
              <a:custGeom>
                <a:rect b="b" l="l" r="r" t="t"/>
                <a:pathLst>
                  <a:path extrusionOk="0" h="33" w="31">
                    <a:moveTo>
                      <a:pt x="10" y="0"/>
                    </a:moveTo>
                    <a:lnTo>
                      <a:pt x="0" y="8"/>
                    </a:lnTo>
                    <a:lnTo>
                      <a:pt x="21" y="33"/>
                    </a:lnTo>
                    <a:lnTo>
                      <a:pt x="31" y="26"/>
                    </a:lnTo>
                    <a:lnTo>
                      <a:pt x="10" y="0"/>
                    </a:lnTo>
                    <a:close/>
                  </a:path>
                </a:pathLst>
              </a:custGeom>
              <a:solidFill>
                <a:srgbClr val="FA7C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14"/>
              <p:cNvSpPr/>
              <p:nvPr/>
            </p:nvSpPr>
            <p:spPr>
              <a:xfrm>
                <a:off x="3618363" y="4454513"/>
                <a:ext cx="49213" cy="52388"/>
              </a:xfrm>
              <a:custGeom>
                <a:rect b="b" l="l" r="r" t="t"/>
                <a:pathLst>
                  <a:path extrusionOk="0" h="33" w="31">
                    <a:moveTo>
                      <a:pt x="10" y="0"/>
                    </a:moveTo>
                    <a:lnTo>
                      <a:pt x="0" y="8"/>
                    </a:lnTo>
                    <a:lnTo>
                      <a:pt x="21" y="33"/>
                    </a:lnTo>
                    <a:lnTo>
                      <a:pt x="31" y="26"/>
                    </a:lnTo>
                    <a:lnTo>
                      <a:pt x="10" y="0"/>
                    </a:ln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2" name="Google Shape;432;p14"/>
              <p:cNvSpPr/>
              <p:nvPr/>
            </p:nvSpPr>
            <p:spPr>
              <a:xfrm>
                <a:off x="3573913" y="4433875"/>
                <a:ext cx="377825" cy="379413"/>
              </a:xfrm>
              <a:custGeom>
                <a:rect b="b" l="l" r="r" t="t"/>
                <a:pathLst>
                  <a:path extrusionOk="0" h="146" w="145">
                    <a:moveTo>
                      <a:pt x="114" y="123"/>
                    </a:moveTo>
                    <a:cubicBezTo>
                      <a:pt x="142" y="100"/>
                      <a:pt x="145" y="59"/>
                      <a:pt x="122" y="31"/>
                    </a:cubicBezTo>
                    <a:cubicBezTo>
                      <a:pt x="99" y="4"/>
                      <a:pt x="58" y="0"/>
                      <a:pt x="31" y="23"/>
                    </a:cubicBezTo>
                    <a:cubicBezTo>
                      <a:pt x="3" y="46"/>
                      <a:pt x="0" y="87"/>
                      <a:pt x="23" y="115"/>
                    </a:cubicBezTo>
                    <a:cubicBezTo>
                      <a:pt x="46" y="142"/>
                      <a:pt x="87" y="146"/>
                      <a:pt x="114" y="123"/>
                    </a:cubicBezTo>
                    <a:moveTo>
                      <a:pt x="36" y="30"/>
                    </a:moveTo>
                    <a:cubicBezTo>
                      <a:pt x="60" y="10"/>
                      <a:pt x="96" y="13"/>
                      <a:pt x="115" y="37"/>
                    </a:cubicBezTo>
                    <a:cubicBezTo>
                      <a:pt x="135" y="60"/>
                      <a:pt x="132" y="96"/>
                      <a:pt x="109" y="116"/>
                    </a:cubicBezTo>
                    <a:cubicBezTo>
                      <a:pt x="85" y="136"/>
                      <a:pt x="49" y="133"/>
                      <a:pt x="30" y="109"/>
                    </a:cubicBezTo>
                    <a:cubicBezTo>
                      <a:pt x="10" y="85"/>
                      <a:pt x="13" y="50"/>
                      <a:pt x="36" y="3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3" name="Google Shape;433;p14"/>
              <p:cNvSpPr/>
              <p:nvPr/>
            </p:nvSpPr>
            <p:spPr>
              <a:xfrm>
                <a:off x="3615188" y="4478325"/>
                <a:ext cx="295275" cy="290513"/>
              </a:xfrm>
              <a:custGeom>
                <a:rect b="b" l="l" r="r" t="t"/>
                <a:pathLst>
                  <a:path extrusionOk="0" h="112" w="113">
                    <a:moveTo>
                      <a:pt x="56" y="0"/>
                    </a:moveTo>
                    <a:cubicBezTo>
                      <a:pt x="44" y="0"/>
                      <a:pt x="31" y="4"/>
                      <a:pt x="20" y="13"/>
                    </a:cubicBezTo>
                    <a:cubicBezTo>
                      <a:pt x="7" y="24"/>
                      <a:pt x="0" y="40"/>
                      <a:pt x="0" y="56"/>
                    </a:cubicBezTo>
                    <a:cubicBezTo>
                      <a:pt x="0" y="69"/>
                      <a:pt x="5" y="82"/>
                      <a:pt x="14" y="92"/>
                    </a:cubicBezTo>
                    <a:cubicBezTo>
                      <a:pt x="25" y="105"/>
                      <a:pt x="41" y="112"/>
                      <a:pt x="57" y="112"/>
                    </a:cubicBezTo>
                    <a:cubicBezTo>
                      <a:pt x="69" y="112"/>
                      <a:pt x="82" y="108"/>
                      <a:pt x="93" y="99"/>
                    </a:cubicBezTo>
                    <a:cubicBezTo>
                      <a:pt x="106" y="88"/>
                      <a:pt x="113" y="72"/>
                      <a:pt x="113" y="56"/>
                    </a:cubicBezTo>
                    <a:cubicBezTo>
                      <a:pt x="113" y="43"/>
                      <a:pt x="108" y="30"/>
                      <a:pt x="99" y="20"/>
                    </a:cubicBezTo>
                    <a:cubicBezTo>
                      <a:pt x="88" y="7"/>
                      <a:pt x="72" y="0"/>
                      <a:pt x="56" y="0"/>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4" name="Google Shape;434;p14"/>
            <p:cNvGrpSpPr/>
            <p:nvPr/>
          </p:nvGrpSpPr>
          <p:grpSpPr>
            <a:xfrm rot="-10580157">
              <a:off x="8628264" y="897081"/>
              <a:ext cx="363973" cy="216195"/>
              <a:chOff x="6191763" y="4215150"/>
              <a:chExt cx="261938" cy="155576"/>
            </a:xfrm>
          </p:grpSpPr>
          <p:sp>
            <p:nvSpPr>
              <p:cNvPr id="435" name="Google Shape;435;p14"/>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6" name="Google Shape;436;p14"/>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7" name="Google Shape;437;p14"/>
            <p:cNvGrpSpPr/>
            <p:nvPr/>
          </p:nvGrpSpPr>
          <p:grpSpPr>
            <a:xfrm rot="-1189430">
              <a:off x="-617552" y="4801850"/>
              <a:ext cx="1795181" cy="543309"/>
              <a:chOff x="1762838" y="2278475"/>
              <a:chExt cx="1258888" cy="381001"/>
            </a:xfrm>
          </p:grpSpPr>
          <p:sp>
            <p:nvSpPr>
              <p:cNvPr id="438" name="Google Shape;438;p14"/>
              <p:cNvSpPr/>
              <p:nvPr/>
            </p:nvSpPr>
            <p:spPr>
              <a:xfrm>
                <a:off x="1762838" y="2568988"/>
                <a:ext cx="4763" cy="0"/>
              </a:xfrm>
              <a:custGeom>
                <a:rect b="b" l="l" r="r" t="t"/>
                <a:pathLst>
                  <a:path extrusionOk="0" h="120000" w="2">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path>
                </a:pathLst>
              </a:custGeom>
              <a:solidFill>
                <a:srgbClr val="DBE0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14"/>
              <p:cNvSpPr/>
              <p:nvPr/>
            </p:nvSpPr>
            <p:spPr>
              <a:xfrm>
                <a:off x="3007438" y="2589625"/>
                <a:ext cx="14288" cy="7938"/>
              </a:xfrm>
              <a:custGeom>
                <a:rect b="b" l="l" r="r" t="t"/>
                <a:pathLst>
                  <a:path extrusionOk="0" h="3" w="5">
                    <a:moveTo>
                      <a:pt x="1" y="3"/>
                    </a:moveTo>
                    <a:cubicBezTo>
                      <a:pt x="1" y="3"/>
                      <a:pt x="1" y="3"/>
                      <a:pt x="0" y="3"/>
                    </a:cubicBezTo>
                    <a:cubicBezTo>
                      <a:pt x="0" y="3"/>
                      <a:pt x="1" y="3"/>
                      <a:pt x="1" y="3"/>
                    </a:cubicBezTo>
                    <a:moveTo>
                      <a:pt x="1" y="3"/>
                    </a:moveTo>
                    <a:cubicBezTo>
                      <a:pt x="1" y="3"/>
                      <a:pt x="1" y="3"/>
                      <a:pt x="1" y="3"/>
                    </a:cubicBezTo>
                    <a:cubicBezTo>
                      <a:pt x="1" y="3"/>
                      <a:pt x="1" y="3"/>
                      <a:pt x="1" y="3"/>
                    </a:cubicBezTo>
                    <a:moveTo>
                      <a:pt x="2" y="2"/>
                    </a:moveTo>
                    <a:cubicBezTo>
                      <a:pt x="1" y="2"/>
                      <a:pt x="1" y="2"/>
                      <a:pt x="1" y="2"/>
                    </a:cubicBezTo>
                    <a:cubicBezTo>
                      <a:pt x="1" y="2"/>
                      <a:pt x="1" y="2"/>
                      <a:pt x="2" y="2"/>
                    </a:cubicBezTo>
                    <a:moveTo>
                      <a:pt x="2" y="2"/>
                    </a:moveTo>
                    <a:cubicBezTo>
                      <a:pt x="2" y="2"/>
                      <a:pt x="2" y="2"/>
                      <a:pt x="2" y="2"/>
                    </a:cubicBezTo>
                    <a:cubicBezTo>
                      <a:pt x="2" y="2"/>
                      <a:pt x="2" y="2"/>
                      <a:pt x="2" y="2"/>
                    </a:cubicBezTo>
                    <a:moveTo>
                      <a:pt x="3" y="2"/>
                    </a:moveTo>
                    <a:cubicBezTo>
                      <a:pt x="3" y="2"/>
                      <a:pt x="2" y="2"/>
                      <a:pt x="2" y="2"/>
                    </a:cubicBezTo>
                    <a:cubicBezTo>
                      <a:pt x="2" y="2"/>
                      <a:pt x="3" y="2"/>
                      <a:pt x="3" y="2"/>
                    </a:cubicBezTo>
                    <a:moveTo>
                      <a:pt x="3" y="1"/>
                    </a:moveTo>
                    <a:cubicBezTo>
                      <a:pt x="3" y="1"/>
                      <a:pt x="3" y="2"/>
                      <a:pt x="3" y="2"/>
                    </a:cubicBezTo>
                    <a:cubicBezTo>
                      <a:pt x="3" y="2"/>
                      <a:pt x="3" y="1"/>
                      <a:pt x="3" y="1"/>
                    </a:cubicBezTo>
                    <a:moveTo>
                      <a:pt x="3" y="1"/>
                    </a:moveTo>
                    <a:cubicBezTo>
                      <a:pt x="3" y="1"/>
                      <a:pt x="3" y="1"/>
                      <a:pt x="3" y="1"/>
                    </a:cubicBezTo>
                    <a:cubicBezTo>
                      <a:pt x="3" y="1"/>
                      <a:pt x="3" y="1"/>
                      <a:pt x="3" y="1"/>
                    </a:cubicBezTo>
                    <a:moveTo>
                      <a:pt x="4" y="1"/>
                    </a:moveTo>
                    <a:cubicBezTo>
                      <a:pt x="4" y="1"/>
                      <a:pt x="4" y="1"/>
                      <a:pt x="4" y="1"/>
                    </a:cubicBezTo>
                    <a:cubicBezTo>
                      <a:pt x="4" y="1"/>
                      <a:pt x="4" y="1"/>
                      <a:pt x="4" y="1"/>
                    </a:cubicBezTo>
                    <a:moveTo>
                      <a:pt x="5" y="1"/>
                    </a:moveTo>
                    <a:cubicBezTo>
                      <a:pt x="4" y="1"/>
                      <a:pt x="4" y="1"/>
                      <a:pt x="4" y="1"/>
                    </a:cubicBezTo>
                    <a:cubicBezTo>
                      <a:pt x="4" y="1"/>
                      <a:pt x="4" y="1"/>
                      <a:pt x="5" y="1"/>
                    </a:cubicBezTo>
                    <a:moveTo>
                      <a:pt x="5" y="0"/>
                    </a:moveTo>
                    <a:cubicBezTo>
                      <a:pt x="5" y="0"/>
                      <a:pt x="5" y="0"/>
                      <a:pt x="5" y="0"/>
                    </a:cubicBezTo>
                    <a:cubicBezTo>
                      <a:pt x="5" y="0"/>
                      <a:pt x="5" y="0"/>
                      <a:pt x="5" y="0"/>
                    </a:cubicBezTo>
                  </a:path>
                </a:pathLst>
              </a:custGeom>
              <a:solidFill>
                <a:srgbClr val="DBB5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14"/>
              <p:cNvSpPr/>
              <p:nvPr/>
            </p:nvSpPr>
            <p:spPr>
              <a:xfrm>
                <a:off x="1794588" y="2454688"/>
                <a:ext cx="579438" cy="204788"/>
              </a:xfrm>
              <a:custGeom>
                <a:rect b="b" l="l" r="r" t="t"/>
                <a:pathLst>
                  <a:path extrusionOk="0" h="79" w="223">
                    <a:moveTo>
                      <a:pt x="4" y="15"/>
                    </a:moveTo>
                    <a:cubicBezTo>
                      <a:pt x="4" y="22"/>
                      <a:pt x="5" y="28"/>
                      <a:pt x="6" y="35"/>
                    </a:cubicBezTo>
                    <a:cubicBezTo>
                      <a:pt x="223" y="72"/>
                      <a:pt x="223" y="72"/>
                      <a:pt x="223" y="72"/>
                    </a:cubicBezTo>
                    <a:cubicBezTo>
                      <a:pt x="223" y="79"/>
                      <a:pt x="223" y="79"/>
                      <a:pt x="223" y="79"/>
                    </a:cubicBezTo>
                    <a:cubicBezTo>
                      <a:pt x="4" y="40"/>
                      <a:pt x="4" y="40"/>
                      <a:pt x="4" y="40"/>
                    </a:cubicBezTo>
                    <a:cubicBezTo>
                      <a:pt x="1" y="27"/>
                      <a:pt x="0" y="13"/>
                      <a:pt x="4" y="0"/>
                    </a:cubicBezTo>
                    <a:cubicBezTo>
                      <a:pt x="223" y="27"/>
                      <a:pt x="223" y="27"/>
                      <a:pt x="223" y="27"/>
                    </a:cubicBezTo>
                    <a:cubicBezTo>
                      <a:pt x="223" y="34"/>
                      <a:pt x="223" y="34"/>
                      <a:pt x="223" y="34"/>
                    </a:cubicBezTo>
                    <a:cubicBezTo>
                      <a:pt x="6" y="6"/>
                      <a:pt x="6" y="6"/>
                      <a:pt x="6" y="6"/>
                    </a:cubicBezTo>
                    <a:cubicBezTo>
                      <a:pt x="5" y="9"/>
                      <a:pt x="5" y="12"/>
                      <a:pt x="4" y="15"/>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1" name="Google Shape;441;p14"/>
              <p:cNvSpPr/>
              <p:nvPr/>
            </p:nvSpPr>
            <p:spPr>
              <a:xfrm>
                <a:off x="1804113" y="2470563"/>
                <a:ext cx="569913" cy="171450"/>
              </a:xfrm>
              <a:custGeom>
                <a:rect b="b" l="l" r="r" t="t"/>
                <a:pathLst>
                  <a:path extrusionOk="0" h="66" w="219">
                    <a:moveTo>
                      <a:pt x="0" y="10"/>
                    </a:moveTo>
                    <a:cubicBezTo>
                      <a:pt x="0" y="6"/>
                      <a:pt x="1" y="3"/>
                      <a:pt x="2" y="0"/>
                    </a:cubicBezTo>
                    <a:cubicBezTo>
                      <a:pt x="219" y="28"/>
                      <a:pt x="219" y="28"/>
                      <a:pt x="219" y="28"/>
                    </a:cubicBezTo>
                    <a:cubicBezTo>
                      <a:pt x="219" y="66"/>
                      <a:pt x="219" y="66"/>
                      <a:pt x="219" y="66"/>
                    </a:cubicBezTo>
                    <a:cubicBezTo>
                      <a:pt x="2" y="29"/>
                      <a:pt x="2" y="29"/>
                      <a:pt x="2" y="29"/>
                    </a:cubicBezTo>
                    <a:cubicBezTo>
                      <a:pt x="1" y="23"/>
                      <a:pt x="0" y="16"/>
                      <a:pt x="0" y="1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2" name="Google Shape;442;p14"/>
              <p:cNvSpPr/>
              <p:nvPr/>
            </p:nvSpPr>
            <p:spPr>
              <a:xfrm>
                <a:off x="2374025" y="2488025"/>
                <a:ext cx="569913" cy="153988"/>
              </a:xfrm>
              <a:custGeom>
                <a:rect b="b" l="l" r="r" t="t"/>
                <a:pathLst>
                  <a:path extrusionOk="0" h="97" w="359">
                    <a:moveTo>
                      <a:pt x="0" y="97"/>
                    </a:moveTo>
                    <a:lnTo>
                      <a:pt x="0" y="35"/>
                    </a:lnTo>
                    <a:lnTo>
                      <a:pt x="359" y="0"/>
                    </a:lnTo>
                    <a:lnTo>
                      <a:pt x="357" y="53"/>
                    </a:lnTo>
                    <a:lnTo>
                      <a:pt x="0" y="97"/>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3" name="Google Shape;443;p14"/>
              <p:cNvSpPr/>
              <p:nvPr/>
            </p:nvSpPr>
            <p:spPr>
              <a:xfrm>
                <a:off x="2374025" y="2472150"/>
                <a:ext cx="576263" cy="187325"/>
              </a:xfrm>
              <a:custGeom>
                <a:rect b="b" l="l" r="r" t="t"/>
                <a:pathLst>
                  <a:path extrusionOk="0" h="118" w="363">
                    <a:moveTo>
                      <a:pt x="360" y="71"/>
                    </a:moveTo>
                    <a:lnTo>
                      <a:pt x="0" y="118"/>
                    </a:lnTo>
                    <a:lnTo>
                      <a:pt x="0" y="107"/>
                    </a:lnTo>
                    <a:lnTo>
                      <a:pt x="357" y="63"/>
                    </a:lnTo>
                    <a:lnTo>
                      <a:pt x="359" y="10"/>
                    </a:lnTo>
                    <a:lnTo>
                      <a:pt x="0" y="45"/>
                    </a:lnTo>
                    <a:lnTo>
                      <a:pt x="0" y="33"/>
                    </a:lnTo>
                    <a:lnTo>
                      <a:pt x="363" y="0"/>
                    </a:lnTo>
                    <a:lnTo>
                      <a:pt x="360" y="7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4" name="Google Shape;444;p14"/>
              <p:cNvSpPr/>
              <p:nvPr/>
            </p:nvSpPr>
            <p:spPr>
              <a:xfrm>
                <a:off x="2374025" y="2472150"/>
                <a:ext cx="576263" cy="187325"/>
              </a:xfrm>
              <a:custGeom>
                <a:rect b="b" l="l" r="r" t="t"/>
                <a:pathLst>
                  <a:path extrusionOk="0" h="118" w="363">
                    <a:moveTo>
                      <a:pt x="360" y="71"/>
                    </a:moveTo>
                    <a:lnTo>
                      <a:pt x="0" y="118"/>
                    </a:lnTo>
                    <a:lnTo>
                      <a:pt x="0" y="107"/>
                    </a:lnTo>
                    <a:lnTo>
                      <a:pt x="357" y="63"/>
                    </a:lnTo>
                    <a:lnTo>
                      <a:pt x="359" y="10"/>
                    </a:lnTo>
                    <a:lnTo>
                      <a:pt x="0" y="45"/>
                    </a:lnTo>
                    <a:lnTo>
                      <a:pt x="0" y="33"/>
                    </a:lnTo>
                    <a:lnTo>
                      <a:pt x="363" y="0"/>
                    </a:lnTo>
                    <a:lnTo>
                      <a:pt x="360" y="71"/>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14"/>
              <p:cNvSpPr/>
              <p:nvPr/>
            </p:nvSpPr>
            <p:spPr>
              <a:xfrm>
                <a:off x="1804113" y="2422938"/>
                <a:ext cx="1146175" cy="101600"/>
              </a:xfrm>
              <a:custGeom>
                <a:rect b="b" l="l" r="r" t="t"/>
                <a:pathLst>
                  <a:path extrusionOk="0" h="64" w="722">
                    <a:moveTo>
                      <a:pt x="0" y="20"/>
                    </a:moveTo>
                    <a:lnTo>
                      <a:pt x="339" y="0"/>
                    </a:lnTo>
                    <a:lnTo>
                      <a:pt x="722" y="31"/>
                    </a:lnTo>
                    <a:lnTo>
                      <a:pt x="359" y="64"/>
                    </a:lnTo>
                    <a:lnTo>
                      <a:pt x="0" y="20"/>
                    </a:lnTo>
                    <a:close/>
                  </a:path>
                </a:pathLst>
              </a:custGeom>
              <a:solidFill>
                <a:srgbClr val="FA7C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6" name="Google Shape;446;p14"/>
              <p:cNvSpPr/>
              <p:nvPr/>
            </p:nvSpPr>
            <p:spPr>
              <a:xfrm>
                <a:off x="1804113" y="2422938"/>
                <a:ext cx="1146175" cy="101600"/>
              </a:xfrm>
              <a:custGeom>
                <a:rect b="b" l="l" r="r" t="t"/>
                <a:pathLst>
                  <a:path extrusionOk="0" h="64" w="722">
                    <a:moveTo>
                      <a:pt x="0" y="20"/>
                    </a:moveTo>
                    <a:lnTo>
                      <a:pt x="339" y="0"/>
                    </a:lnTo>
                    <a:lnTo>
                      <a:pt x="722" y="31"/>
                    </a:lnTo>
                    <a:lnTo>
                      <a:pt x="359" y="64"/>
                    </a:lnTo>
                    <a:lnTo>
                      <a:pt x="0" y="2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7" name="Google Shape;447;p14"/>
              <p:cNvSpPr/>
              <p:nvPr/>
            </p:nvSpPr>
            <p:spPr>
              <a:xfrm>
                <a:off x="2399425" y="2597563"/>
                <a:ext cx="161925" cy="23813"/>
              </a:xfrm>
              <a:custGeom>
                <a:rect b="b" l="l" r="r" t="t"/>
                <a:pathLst>
                  <a:path extrusionOk="0" h="9" w="62">
                    <a:moveTo>
                      <a:pt x="49" y="0"/>
                    </a:moveTo>
                    <a:cubicBezTo>
                      <a:pt x="33" y="0"/>
                      <a:pt x="16" y="4"/>
                      <a:pt x="0" y="7"/>
                    </a:cubicBezTo>
                    <a:cubicBezTo>
                      <a:pt x="20" y="9"/>
                      <a:pt x="41" y="6"/>
                      <a:pt x="60" y="0"/>
                    </a:cubicBezTo>
                    <a:cubicBezTo>
                      <a:pt x="61" y="0"/>
                      <a:pt x="61" y="0"/>
                      <a:pt x="62" y="0"/>
                    </a:cubicBezTo>
                    <a:cubicBezTo>
                      <a:pt x="58" y="0"/>
                      <a:pt x="53" y="0"/>
                      <a:pt x="49"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8" name="Google Shape;448;p14"/>
              <p:cNvSpPr/>
              <p:nvPr/>
            </p:nvSpPr>
            <p:spPr>
              <a:xfrm>
                <a:off x="2485150" y="2565813"/>
                <a:ext cx="65088" cy="11113"/>
              </a:xfrm>
              <a:custGeom>
                <a:rect b="b" l="l" r="r" t="t"/>
                <a:pathLst>
                  <a:path extrusionOk="0" h="4" w="25">
                    <a:moveTo>
                      <a:pt x="0" y="3"/>
                    </a:moveTo>
                    <a:cubicBezTo>
                      <a:pt x="8" y="4"/>
                      <a:pt x="17" y="3"/>
                      <a:pt x="25" y="1"/>
                    </a:cubicBezTo>
                    <a:cubicBezTo>
                      <a:pt x="16" y="0"/>
                      <a:pt x="8"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9" name="Google Shape;449;p14"/>
              <p:cNvSpPr/>
              <p:nvPr/>
            </p:nvSpPr>
            <p:spPr>
              <a:xfrm>
                <a:off x="2570875" y="2568988"/>
                <a:ext cx="68263" cy="11113"/>
              </a:xfrm>
              <a:custGeom>
                <a:rect b="b" l="l" r="r" t="t"/>
                <a:pathLst>
                  <a:path extrusionOk="0" h="4" w="26">
                    <a:moveTo>
                      <a:pt x="0" y="3"/>
                    </a:moveTo>
                    <a:cubicBezTo>
                      <a:pt x="9" y="4"/>
                      <a:pt x="17" y="3"/>
                      <a:pt x="26" y="1"/>
                    </a:cubicBezTo>
                    <a:cubicBezTo>
                      <a:pt x="17" y="0"/>
                      <a:pt x="8"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14"/>
              <p:cNvSpPr/>
              <p:nvPr/>
            </p:nvSpPr>
            <p:spPr>
              <a:xfrm>
                <a:off x="2756613" y="2519775"/>
                <a:ext cx="150813" cy="20638"/>
              </a:xfrm>
              <a:custGeom>
                <a:rect b="b" l="l" r="r" t="t"/>
                <a:pathLst>
                  <a:path extrusionOk="0" h="8" w="58">
                    <a:moveTo>
                      <a:pt x="0" y="6"/>
                    </a:moveTo>
                    <a:cubicBezTo>
                      <a:pt x="19" y="8"/>
                      <a:pt x="39" y="6"/>
                      <a:pt x="58" y="2"/>
                    </a:cubicBezTo>
                    <a:cubicBezTo>
                      <a:pt x="39" y="0"/>
                      <a:pt x="19" y="1"/>
                      <a:pt x="0" y="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14"/>
              <p:cNvSpPr/>
              <p:nvPr/>
            </p:nvSpPr>
            <p:spPr>
              <a:xfrm>
                <a:off x="2129550" y="2535650"/>
                <a:ext cx="155575" cy="25400"/>
              </a:xfrm>
              <a:custGeom>
                <a:rect b="b" l="l" r="r" t="t"/>
                <a:pathLst>
                  <a:path extrusionOk="0" h="10" w="60">
                    <a:moveTo>
                      <a:pt x="59" y="9"/>
                    </a:moveTo>
                    <a:cubicBezTo>
                      <a:pt x="50" y="6"/>
                      <a:pt x="40" y="3"/>
                      <a:pt x="31" y="1"/>
                    </a:cubicBezTo>
                    <a:cubicBezTo>
                      <a:pt x="21" y="0"/>
                      <a:pt x="10" y="0"/>
                      <a:pt x="0" y="0"/>
                    </a:cubicBezTo>
                    <a:cubicBezTo>
                      <a:pt x="15" y="4"/>
                      <a:pt x="31" y="7"/>
                      <a:pt x="44" y="8"/>
                    </a:cubicBezTo>
                    <a:cubicBezTo>
                      <a:pt x="49" y="9"/>
                      <a:pt x="55" y="9"/>
                      <a:pt x="60" y="10"/>
                    </a:cubicBezTo>
                    <a:cubicBezTo>
                      <a:pt x="60" y="10"/>
                      <a:pt x="59" y="9"/>
                      <a:pt x="59" y="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 name="Google Shape;452;p14"/>
              <p:cNvSpPr/>
              <p:nvPr/>
            </p:nvSpPr>
            <p:spPr>
              <a:xfrm>
                <a:off x="2296238" y="2551525"/>
                <a:ext cx="41275" cy="6350"/>
              </a:xfrm>
              <a:custGeom>
                <a:rect b="b" l="l" r="r" t="t"/>
                <a:pathLst>
                  <a:path extrusionOk="0" h="3" w="16">
                    <a:moveTo>
                      <a:pt x="0" y="0"/>
                    </a:moveTo>
                    <a:cubicBezTo>
                      <a:pt x="5" y="2"/>
                      <a:pt x="11" y="3"/>
                      <a:pt x="16" y="3"/>
                    </a:cubicBezTo>
                    <a:cubicBezTo>
                      <a:pt x="11" y="1"/>
                      <a:pt x="6" y="0"/>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3" name="Google Shape;453;p14"/>
              <p:cNvSpPr/>
              <p:nvPr/>
            </p:nvSpPr>
            <p:spPr>
              <a:xfrm>
                <a:off x="2297825" y="2565813"/>
                <a:ext cx="39688" cy="7938"/>
              </a:xfrm>
              <a:custGeom>
                <a:rect b="b" l="l" r="r" t="t"/>
                <a:pathLst>
                  <a:path extrusionOk="0" h="3" w="15">
                    <a:moveTo>
                      <a:pt x="0" y="1"/>
                    </a:moveTo>
                    <a:cubicBezTo>
                      <a:pt x="5" y="2"/>
                      <a:pt x="10" y="3"/>
                      <a:pt x="15" y="2"/>
                    </a:cubicBezTo>
                    <a:cubicBezTo>
                      <a:pt x="10" y="1"/>
                      <a:pt x="5" y="0"/>
                      <a:pt x="0" y="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4" name="Google Shape;454;p14"/>
              <p:cNvSpPr/>
              <p:nvPr/>
            </p:nvSpPr>
            <p:spPr>
              <a:xfrm>
                <a:off x="1889838" y="2535650"/>
                <a:ext cx="125413" cy="20638"/>
              </a:xfrm>
              <a:custGeom>
                <a:rect b="b" l="l" r="r" t="t"/>
                <a:pathLst>
                  <a:path extrusionOk="0" h="8" w="48">
                    <a:moveTo>
                      <a:pt x="0" y="0"/>
                    </a:moveTo>
                    <a:cubicBezTo>
                      <a:pt x="16" y="5"/>
                      <a:pt x="32" y="8"/>
                      <a:pt x="48" y="8"/>
                    </a:cubicBezTo>
                    <a:cubicBezTo>
                      <a:pt x="33" y="2"/>
                      <a:pt x="17" y="0"/>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5" name="Google Shape;455;p14"/>
              <p:cNvSpPr/>
              <p:nvPr/>
            </p:nvSpPr>
            <p:spPr>
              <a:xfrm>
                <a:off x="1804113" y="2422938"/>
                <a:ext cx="1146176" cy="101600"/>
              </a:xfrm>
              <a:custGeom>
                <a:rect b="b" l="l" r="r" t="t"/>
                <a:pathLst>
                  <a:path extrusionOk="0" h="39" w="441">
                    <a:moveTo>
                      <a:pt x="207" y="0"/>
                    </a:moveTo>
                    <a:cubicBezTo>
                      <a:pt x="167" y="2"/>
                      <a:pt x="167" y="2"/>
                      <a:pt x="167" y="2"/>
                    </a:cubicBezTo>
                    <a:cubicBezTo>
                      <a:pt x="169" y="11"/>
                      <a:pt x="173" y="20"/>
                      <a:pt x="179" y="27"/>
                    </a:cubicBezTo>
                    <a:cubicBezTo>
                      <a:pt x="180" y="28"/>
                      <a:pt x="180" y="28"/>
                      <a:pt x="180" y="28"/>
                    </a:cubicBezTo>
                    <a:cubicBezTo>
                      <a:pt x="103" y="14"/>
                      <a:pt x="103" y="14"/>
                      <a:pt x="103" y="14"/>
                    </a:cubicBezTo>
                    <a:cubicBezTo>
                      <a:pt x="101" y="11"/>
                      <a:pt x="99" y="9"/>
                      <a:pt x="97" y="6"/>
                    </a:cubicBezTo>
                    <a:cubicBezTo>
                      <a:pt x="0" y="12"/>
                      <a:pt x="0" y="12"/>
                      <a:pt x="0" y="12"/>
                    </a:cubicBezTo>
                    <a:cubicBezTo>
                      <a:pt x="219" y="39"/>
                      <a:pt x="219" y="39"/>
                      <a:pt x="219" y="39"/>
                    </a:cubicBezTo>
                    <a:cubicBezTo>
                      <a:pt x="441" y="19"/>
                      <a:pt x="441" y="19"/>
                      <a:pt x="441" y="19"/>
                    </a:cubicBezTo>
                    <a:cubicBezTo>
                      <a:pt x="207" y="0"/>
                      <a:pt x="207" y="0"/>
                      <a:pt x="207"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6" name="Google Shape;456;p14"/>
              <p:cNvSpPr/>
              <p:nvPr/>
            </p:nvSpPr>
            <p:spPr>
              <a:xfrm>
                <a:off x="2024775" y="2284825"/>
                <a:ext cx="250825" cy="211138"/>
              </a:xfrm>
              <a:custGeom>
                <a:rect b="b" l="l" r="r" t="t"/>
                <a:pathLst>
                  <a:path extrusionOk="0" h="81" w="96">
                    <a:moveTo>
                      <a:pt x="94" y="80"/>
                    </a:moveTo>
                    <a:cubicBezTo>
                      <a:pt x="76" y="59"/>
                      <a:pt x="77" y="25"/>
                      <a:pt x="96" y="4"/>
                    </a:cubicBezTo>
                    <a:cubicBezTo>
                      <a:pt x="18" y="0"/>
                      <a:pt x="18" y="0"/>
                      <a:pt x="18" y="0"/>
                    </a:cubicBezTo>
                    <a:cubicBezTo>
                      <a:pt x="1" y="18"/>
                      <a:pt x="0" y="49"/>
                      <a:pt x="18" y="67"/>
                    </a:cubicBezTo>
                    <a:cubicBezTo>
                      <a:pt x="95" y="81"/>
                      <a:pt x="95" y="81"/>
                      <a:pt x="95" y="81"/>
                    </a:cubicBezTo>
                    <a:cubicBezTo>
                      <a:pt x="94" y="80"/>
                      <a:pt x="94" y="80"/>
                      <a:pt x="94" y="80"/>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7" name="Google Shape;457;p14"/>
              <p:cNvSpPr/>
              <p:nvPr/>
            </p:nvSpPr>
            <p:spPr>
              <a:xfrm>
                <a:off x="2072400" y="2278475"/>
                <a:ext cx="717550" cy="22225"/>
              </a:xfrm>
              <a:custGeom>
                <a:rect b="b" l="l" r="r" t="t"/>
                <a:pathLst>
                  <a:path extrusionOk="0" h="9" w="276">
                    <a:moveTo>
                      <a:pt x="276" y="5"/>
                    </a:moveTo>
                    <a:cubicBezTo>
                      <a:pt x="239" y="5"/>
                      <a:pt x="147" y="9"/>
                      <a:pt x="77" y="8"/>
                    </a:cubicBezTo>
                    <a:cubicBezTo>
                      <a:pt x="43" y="8"/>
                      <a:pt x="17" y="5"/>
                      <a:pt x="0" y="3"/>
                    </a:cubicBezTo>
                    <a:cubicBezTo>
                      <a:pt x="62" y="2"/>
                      <a:pt x="215" y="0"/>
                      <a:pt x="276" y="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8" name="Google Shape;458;p14"/>
              <p:cNvSpPr/>
              <p:nvPr/>
            </p:nvSpPr>
            <p:spPr>
              <a:xfrm>
                <a:off x="2223213" y="2291175"/>
                <a:ext cx="566738" cy="204788"/>
              </a:xfrm>
              <a:custGeom>
                <a:rect b="b" l="l" r="r" t="t"/>
                <a:pathLst>
                  <a:path extrusionOk="0" h="79" w="218">
                    <a:moveTo>
                      <a:pt x="14" y="56"/>
                    </a:moveTo>
                    <a:cubicBezTo>
                      <a:pt x="16" y="62"/>
                      <a:pt x="18" y="67"/>
                      <a:pt x="22" y="72"/>
                    </a:cubicBezTo>
                    <a:cubicBezTo>
                      <a:pt x="214" y="63"/>
                      <a:pt x="214" y="63"/>
                      <a:pt x="214" y="63"/>
                    </a:cubicBezTo>
                    <a:cubicBezTo>
                      <a:pt x="216" y="63"/>
                      <a:pt x="216" y="63"/>
                      <a:pt x="216" y="63"/>
                    </a:cubicBezTo>
                    <a:cubicBezTo>
                      <a:pt x="216" y="70"/>
                      <a:pt x="216" y="70"/>
                      <a:pt x="216" y="70"/>
                    </a:cubicBezTo>
                    <a:cubicBezTo>
                      <a:pt x="19" y="79"/>
                      <a:pt x="19" y="79"/>
                      <a:pt x="19" y="79"/>
                    </a:cubicBezTo>
                    <a:cubicBezTo>
                      <a:pt x="0" y="59"/>
                      <a:pt x="1" y="23"/>
                      <a:pt x="20" y="2"/>
                    </a:cubicBezTo>
                    <a:cubicBezTo>
                      <a:pt x="218" y="0"/>
                      <a:pt x="218" y="0"/>
                      <a:pt x="218" y="0"/>
                    </a:cubicBezTo>
                    <a:cubicBezTo>
                      <a:pt x="218" y="7"/>
                      <a:pt x="218" y="7"/>
                      <a:pt x="218" y="7"/>
                    </a:cubicBezTo>
                    <a:cubicBezTo>
                      <a:pt x="213" y="7"/>
                      <a:pt x="213" y="7"/>
                      <a:pt x="213" y="7"/>
                    </a:cubicBezTo>
                    <a:cubicBezTo>
                      <a:pt x="22" y="10"/>
                      <a:pt x="22" y="10"/>
                      <a:pt x="22" y="10"/>
                    </a:cubicBezTo>
                    <a:cubicBezTo>
                      <a:pt x="12" y="23"/>
                      <a:pt x="9" y="41"/>
                      <a:pt x="14" y="5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9" name="Google Shape;459;p14"/>
              <p:cNvSpPr/>
              <p:nvPr/>
            </p:nvSpPr>
            <p:spPr>
              <a:xfrm>
                <a:off x="2247025" y="2308638"/>
                <a:ext cx="530225" cy="166688"/>
              </a:xfrm>
              <a:custGeom>
                <a:rect b="b" l="l" r="r" t="t"/>
                <a:pathLst>
                  <a:path extrusionOk="0" h="64" w="204">
                    <a:moveTo>
                      <a:pt x="5" y="50"/>
                    </a:moveTo>
                    <a:cubicBezTo>
                      <a:pt x="0" y="34"/>
                      <a:pt x="3" y="16"/>
                      <a:pt x="13" y="3"/>
                    </a:cubicBezTo>
                    <a:cubicBezTo>
                      <a:pt x="204" y="0"/>
                      <a:pt x="204" y="0"/>
                      <a:pt x="204" y="0"/>
                    </a:cubicBezTo>
                    <a:cubicBezTo>
                      <a:pt x="204" y="0"/>
                      <a:pt x="202" y="56"/>
                      <a:pt x="202" y="56"/>
                    </a:cubicBezTo>
                    <a:cubicBezTo>
                      <a:pt x="13" y="64"/>
                      <a:pt x="13" y="64"/>
                      <a:pt x="13" y="64"/>
                    </a:cubicBezTo>
                    <a:cubicBezTo>
                      <a:pt x="10" y="60"/>
                      <a:pt x="7" y="55"/>
                      <a:pt x="5" y="5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14"/>
              <p:cNvSpPr/>
              <p:nvPr/>
            </p:nvSpPr>
            <p:spPr>
              <a:xfrm>
                <a:off x="2770900" y="2451513"/>
                <a:ext cx="14288" cy="3175"/>
              </a:xfrm>
              <a:custGeom>
                <a:rect b="b" l="l" r="r" t="t"/>
                <a:pathLst>
                  <a:path extrusionOk="0" h="1" w="5">
                    <a:moveTo>
                      <a:pt x="0" y="0"/>
                    </a:moveTo>
                    <a:cubicBezTo>
                      <a:pt x="5" y="1"/>
                      <a:pt x="5" y="1"/>
                      <a:pt x="5" y="1"/>
                    </a:cubicBezTo>
                    <a:cubicBezTo>
                      <a:pt x="4" y="1"/>
                      <a:pt x="2" y="1"/>
                      <a:pt x="0" y="1"/>
                    </a:cubicBezTo>
                    <a:lnTo>
                      <a:pt x="0" y="0"/>
                    </a:lnTo>
                    <a:close/>
                  </a:path>
                </a:pathLst>
              </a:custGeom>
              <a:solidFill>
                <a:srgbClr val="3AAA9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14"/>
              <p:cNvSpPr/>
              <p:nvPr/>
            </p:nvSpPr>
            <p:spPr>
              <a:xfrm>
                <a:off x="2280363" y="2451513"/>
                <a:ext cx="498475" cy="26988"/>
              </a:xfrm>
              <a:custGeom>
                <a:rect b="b" l="l" r="r" t="t"/>
                <a:pathLst>
                  <a:path extrusionOk="0" h="10" w="192">
                    <a:moveTo>
                      <a:pt x="192" y="1"/>
                    </a:moveTo>
                    <a:cubicBezTo>
                      <a:pt x="0" y="10"/>
                      <a:pt x="0" y="10"/>
                      <a:pt x="0" y="10"/>
                    </a:cubicBezTo>
                    <a:cubicBezTo>
                      <a:pt x="0" y="9"/>
                      <a:pt x="0" y="9"/>
                      <a:pt x="0" y="9"/>
                    </a:cubicBezTo>
                    <a:cubicBezTo>
                      <a:pt x="2" y="10"/>
                      <a:pt x="190" y="0"/>
                      <a:pt x="192" y="1"/>
                    </a:cubicBezTo>
                    <a:close/>
                  </a:path>
                </a:pathLst>
              </a:custGeom>
              <a:solidFill>
                <a:srgbClr val="3AAA9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14"/>
              <p:cNvSpPr/>
              <p:nvPr/>
            </p:nvSpPr>
            <p:spPr>
              <a:xfrm>
                <a:off x="2153363" y="2291175"/>
                <a:ext cx="41275" cy="188913"/>
              </a:xfrm>
              <a:custGeom>
                <a:rect b="b" l="l" r="r" t="t"/>
                <a:pathLst>
                  <a:path extrusionOk="0" h="73" w="16">
                    <a:moveTo>
                      <a:pt x="7" y="39"/>
                    </a:moveTo>
                    <a:cubicBezTo>
                      <a:pt x="7" y="26"/>
                      <a:pt x="10" y="12"/>
                      <a:pt x="16" y="1"/>
                    </a:cubicBezTo>
                    <a:cubicBezTo>
                      <a:pt x="9" y="0"/>
                      <a:pt x="9" y="0"/>
                      <a:pt x="9" y="0"/>
                    </a:cubicBezTo>
                    <a:cubicBezTo>
                      <a:pt x="3" y="12"/>
                      <a:pt x="0" y="26"/>
                      <a:pt x="0" y="39"/>
                    </a:cubicBezTo>
                    <a:cubicBezTo>
                      <a:pt x="0" y="50"/>
                      <a:pt x="2" y="61"/>
                      <a:pt x="5" y="72"/>
                    </a:cubicBezTo>
                    <a:cubicBezTo>
                      <a:pt x="12" y="73"/>
                      <a:pt x="12" y="73"/>
                      <a:pt x="12" y="73"/>
                    </a:cubicBezTo>
                    <a:cubicBezTo>
                      <a:pt x="9" y="62"/>
                      <a:pt x="7" y="51"/>
                      <a:pt x="7" y="39"/>
                    </a:cubicBezTo>
                    <a:close/>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3" name="Google Shape;463;p14"/>
              <p:cNvSpPr/>
              <p:nvPr/>
            </p:nvSpPr>
            <p:spPr>
              <a:xfrm>
                <a:off x="2189875" y="2292763"/>
                <a:ext cx="46038" cy="195263"/>
              </a:xfrm>
              <a:custGeom>
                <a:rect b="b" l="l" r="r" t="t"/>
                <a:pathLst>
                  <a:path extrusionOk="0" h="75" w="18">
                    <a:moveTo>
                      <a:pt x="7" y="39"/>
                    </a:moveTo>
                    <a:cubicBezTo>
                      <a:pt x="7" y="25"/>
                      <a:pt x="11" y="12"/>
                      <a:pt x="18" y="1"/>
                    </a:cubicBezTo>
                    <a:cubicBezTo>
                      <a:pt x="11" y="0"/>
                      <a:pt x="11" y="0"/>
                      <a:pt x="11" y="0"/>
                    </a:cubicBezTo>
                    <a:cubicBezTo>
                      <a:pt x="4" y="12"/>
                      <a:pt x="1" y="25"/>
                      <a:pt x="0" y="39"/>
                    </a:cubicBezTo>
                    <a:cubicBezTo>
                      <a:pt x="0" y="51"/>
                      <a:pt x="3" y="63"/>
                      <a:pt x="7" y="74"/>
                    </a:cubicBezTo>
                    <a:cubicBezTo>
                      <a:pt x="15" y="75"/>
                      <a:pt x="15" y="75"/>
                      <a:pt x="15" y="75"/>
                    </a:cubicBezTo>
                    <a:cubicBezTo>
                      <a:pt x="9" y="64"/>
                      <a:pt x="7" y="52"/>
                      <a:pt x="7" y="39"/>
                    </a:cubicBezTo>
                    <a:close/>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4" name="Google Shape;464;p14"/>
              <p:cNvSpPr/>
              <p:nvPr/>
            </p:nvSpPr>
            <p:spPr>
              <a:xfrm>
                <a:off x="2051763" y="2343563"/>
                <a:ext cx="20700" cy="57300"/>
              </a:xfrm>
              <a:prstGeom prst="ellipse">
                <a:avLst/>
              </a:pr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14"/>
              <p:cNvSpPr/>
              <p:nvPr/>
            </p:nvSpPr>
            <p:spPr>
              <a:xfrm>
                <a:off x="2348625" y="2329275"/>
                <a:ext cx="176213" cy="19050"/>
              </a:xfrm>
              <a:custGeom>
                <a:rect b="b" l="l" r="r" t="t"/>
                <a:pathLst>
                  <a:path extrusionOk="0" h="7" w="68">
                    <a:moveTo>
                      <a:pt x="35" y="0"/>
                    </a:moveTo>
                    <a:cubicBezTo>
                      <a:pt x="23" y="0"/>
                      <a:pt x="11" y="2"/>
                      <a:pt x="0" y="4"/>
                    </a:cubicBezTo>
                    <a:cubicBezTo>
                      <a:pt x="23" y="7"/>
                      <a:pt x="46" y="6"/>
                      <a:pt x="68" y="2"/>
                    </a:cubicBezTo>
                    <a:cubicBezTo>
                      <a:pt x="57" y="1"/>
                      <a:pt x="46" y="0"/>
                      <a:pt x="35"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14"/>
              <p:cNvSpPr/>
              <p:nvPr/>
            </p:nvSpPr>
            <p:spPr>
              <a:xfrm>
                <a:off x="2574050" y="2311813"/>
                <a:ext cx="174625" cy="20638"/>
              </a:xfrm>
              <a:custGeom>
                <a:rect b="b" l="l" r="r" t="t"/>
                <a:pathLst>
                  <a:path extrusionOk="0" h="8" w="67">
                    <a:moveTo>
                      <a:pt x="65" y="3"/>
                    </a:moveTo>
                    <a:cubicBezTo>
                      <a:pt x="44" y="0"/>
                      <a:pt x="22" y="1"/>
                      <a:pt x="0" y="6"/>
                    </a:cubicBezTo>
                    <a:cubicBezTo>
                      <a:pt x="17" y="7"/>
                      <a:pt x="34" y="8"/>
                      <a:pt x="51" y="5"/>
                    </a:cubicBezTo>
                    <a:cubicBezTo>
                      <a:pt x="56" y="4"/>
                      <a:pt x="62" y="4"/>
                      <a:pt x="67" y="3"/>
                    </a:cubicBezTo>
                    <a:cubicBezTo>
                      <a:pt x="66" y="3"/>
                      <a:pt x="66" y="3"/>
                      <a:pt x="65"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14"/>
              <p:cNvSpPr/>
              <p:nvPr/>
            </p:nvSpPr>
            <p:spPr>
              <a:xfrm>
                <a:off x="2713750" y="2332450"/>
                <a:ext cx="31750" cy="4763"/>
              </a:xfrm>
              <a:custGeom>
                <a:rect b="b" l="l" r="r" t="t"/>
                <a:pathLst>
                  <a:path extrusionOk="0" h="2" w="12">
                    <a:moveTo>
                      <a:pt x="0" y="1"/>
                    </a:moveTo>
                    <a:cubicBezTo>
                      <a:pt x="4" y="2"/>
                      <a:pt x="8" y="1"/>
                      <a:pt x="12" y="1"/>
                    </a:cubicBezTo>
                    <a:cubicBezTo>
                      <a:pt x="8" y="0"/>
                      <a:pt x="4" y="0"/>
                      <a:pt x="0" y="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14"/>
              <p:cNvSpPr/>
              <p:nvPr/>
            </p:nvSpPr>
            <p:spPr>
              <a:xfrm>
                <a:off x="2591513" y="2345150"/>
                <a:ext cx="34925" cy="4763"/>
              </a:xfrm>
              <a:custGeom>
                <a:rect b="b" l="l" r="r" t="t"/>
                <a:pathLst>
                  <a:path extrusionOk="0" h="2" w="13">
                    <a:moveTo>
                      <a:pt x="0" y="2"/>
                    </a:moveTo>
                    <a:cubicBezTo>
                      <a:pt x="4" y="2"/>
                      <a:pt x="9" y="2"/>
                      <a:pt x="13" y="1"/>
                    </a:cubicBezTo>
                    <a:cubicBezTo>
                      <a:pt x="8" y="0"/>
                      <a:pt x="4" y="1"/>
                      <a:pt x="0" y="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9" name="Google Shape;469;p14"/>
              <p:cNvSpPr/>
              <p:nvPr/>
            </p:nvSpPr>
            <p:spPr>
              <a:xfrm>
                <a:off x="2537538" y="2430875"/>
                <a:ext cx="80963" cy="11113"/>
              </a:xfrm>
              <a:custGeom>
                <a:rect b="b" l="l" r="r" t="t"/>
                <a:pathLst>
                  <a:path extrusionOk="0" h="4" w="31">
                    <a:moveTo>
                      <a:pt x="0" y="3"/>
                    </a:moveTo>
                    <a:cubicBezTo>
                      <a:pt x="10" y="4"/>
                      <a:pt x="21" y="3"/>
                      <a:pt x="31" y="1"/>
                    </a:cubicBezTo>
                    <a:cubicBezTo>
                      <a:pt x="21" y="0"/>
                      <a:pt x="10"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0" name="Google Shape;470;p14"/>
              <p:cNvSpPr/>
              <p:nvPr/>
            </p:nvSpPr>
            <p:spPr>
              <a:xfrm>
                <a:off x="2283538" y="2361025"/>
                <a:ext cx="95250" cy="11113"/>
              </a:xfrm>
              <a:custGeom>
                <a:rect b="b" l="l" r="r" t="t"/>
                <a:pathLst>
                  <a:path extrusionOk="0" h="4" w="37">
                    <a:moveTo>
                      <a:pt x="0" y="2"/>
                    </a:moveTo>
                    <a:cubicBezTo>
                      <a:pt x="12" y="4"/>
                      <a:pt x="24" y="4"/>
                      <a:pt x="37" y="2"/>
                    </a:cubicBezTo>
                    <a:cubicBezTo>
                      <a:pt x="24" y="0"/>
                      <a:pt x="12" y="0"/>
                      <a:pt x="0" y="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14"/>
              <p:cNvSpPr/>
              <p:nvPr/>
            </p:nvSpPr>
            <p:spPr>
              <a:xfrm>
                <a:off x="2345450" y="2389600"/>
                <a:ext cx="52388" cy="7938"/>
              </a:xfrm>
              <a:custGeom>
                <a:rect b="b" l="l" r="r" t="t"/>
                <a:pathLst>
                  <a:path extrusionOk="0" h="3" w="20">
                    <a:moveTo>
                      <a:pt x="0" y="3"/>
                    </a:moveTo>
                    <a:cubicBezTo>
                      <a:pt x="7" y="3"/>
                      <a:pt x="14" y="3"/>
                      <a:pt x="20" y="1"/>
                    </a:cubicBezTo>
                    <a:cubicBezTo>
                      <a:pt x="14" y="0"/>
                      <a:pt x="7"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14"/>
              <p:cNvSpPr/>
              <p:nvPr/>
            </p:nvSpPr>
            <p:spPr>
              <a:xfrm>
                <a:off x="2647075" y="2321338"/>
                <a:ext cx="52388" cy="114300"/>
              </a:xfrm>
              <a:custGeom>
                <a:rect b="b" l="l" r="r" t="t"/>
                <a:pathLst>
                  <a:path extrusionOk="0" h="72" w="33">
                    <a:moveTo>
                      <a:pt x="0" y="0"/>
                    </a:moveTo>
                    <a:lnTo>
                      <a:pt x="16" y="0"/>
                    </a:lnTo>
                    <a:lnTo>
                      <a:pt x="18" y="0"/>
                    </a:lnTo>
                    <a:lnTo>
                      <a:pt x="33" y="0"/>
                    </a:lnTo>
                    <a:lnTo>
                      <a:pt x="33" y="69"/>
                    </a:lnTo>
                    <a:lnTo>
                      <a:pt x="16" y="58"/>
                    </a:lnTo>
                    <a:lnTo>
                      <a:pt x="0" y="72"/>
                    </a:lnTo>
                    <a:lnTo>
                      <a:pt x="0"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73" name="Google Shape;473;p14"/>
            <p:cNvSpPr/>
            <p:nvPr/>
          </p:nvSpPr>
          <p:spPr>
            <a:xfrm rot="-3382723">
              <a:off x="-32877" y="417270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474" name="Shape 474"/>
        <p:cNvGrpSpPr/>
        <p:nvPr/>
      </p:nvGrpSpPr>
      <p:grpSpPr>
        <a:xfrm>
          <a:off x="0" y="0"/>
          <a:ext cx="0" cy="0"/>
          <a:chOff x="0" y="0"/>
          <a:chExt cx="0" cy="0"/>
        </a:xfrm>
      </p:grpSpPr>
      <p:pic>
        <p:nvPicPr>
          <p:cNvPr id="475" name="Google Shape;475;p15"/>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476" name="Google Shape;476;p15"/>
          <p:cNvSpPr txBox="1"/>
          <p:nvPr>
            <p:ph idx="1" type="subTitle"/>
          </p:nvPr>
        </p:nvSpPr>
        <p:spPr>
          <a:xfrm>
            <a:off x="847200" y="2037650"/>
            <a:ext cx="2479500" cy="897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7" name="Google Shape;477;p15"/>
          <p:cNvSpPr txBox="1"/>
          <p:nvPr>
            <p:ph idx="2" type="subTitle"/>
          </p:nvPr>
        </p:nvSpPr>
        <p:spPr>
          <a:xfrm>
            <a:off x="3324675" y="2037650"/>
            <a:ext cx="2475600" cy="897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8" name="Google Shape;478;p15"/>
          <p:cNvSpPr txBox="1"/>
          <p:nvPr>
            <p:ph idx="3" type="subTitle"/>
          </p:nvPr>
        </p:nvSpPr>
        <p:spPr>
          <a:xfrm>
            <a:off x="847200" y="3775850"/>
            <a:ext cx="2475600" cy="897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9" name="Google Shape;479;p15"/>
          <p:cNvSpPr txBox="1"/>
          <p:nvPr>
            <p:ph idx="4" type="subTitle"/>
          </p:nvPr>
        </p:nvSpPr>
        <p:spPr>
          <a:xfrm>
            <a:off x="3322687" y="3783200"/>
            <a:ext cx="2475600" cy="897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0" name="Google Shape;480;p15"/>
          <p:cNvSpPr txBox="1"/>
          <p:nvPr>
            <p:ph idx="5" type="subTitle"/>
          </p:nvPr>
        </p:nvSpPr>
        <p:spPr>
          <a:xfrm>
            <a:off x="5798182" y="2037650"/>
            <a:ext cx="2475600" cy="897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1" name="Google Shape;481;p15"/>
          <p:cNvSpPr txBox="1"/>
          <p:nvPr>
            <p:ph idx="6" type="subTitle"/>
          </p:nvPr>
        </p:nvSpPr>
        <p:spPr>
          <a:xfrm>
            <a:off x="5798182" y="3775850"/>
            <a:ext cx="2475600" cy="897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2" name="Google Shape;482;p15"/>
          <p:cNvSpPr txBox="1"/>
          <p:nvPr>
            <p:ph type="title"/>
          </p:nvPr>
        </p:nvSpPr>
        <p:spPr>
          <a:xfrm>
            <a:off x="720000" y="5974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83" name="Google Shape;483;p15"/>
          <p:cNvSpPr txBox="1"/>
          <p:nvPr>
            <p:ph idx="7" type="subTitle"/>
          </p:nvPr>
        </p:nvSpPr>
        <p:spPr>
          <a:xfrm>
            <a:off x="847200" y="1420775"/>
            <a:ext cx="2475600" cy="748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484" name="Google Shape;484;p15"/>
          <p:cNvSpPr txBox="1"/>
          <p:nvPr>
            <p:ph idx="8" type="subTitle"/>
          </p:nvPr>
        </p:nvSpPr>
        <p:spPr>
          <a:xfrm>
            <a:off x="3322688" y="1420775"/>
            <a:ext cx="2475600" cy="748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485" name="Google Shape;485;p15"/>
          <p:cNvSpPr txBox="1"/>
          <p:nvPr>
            <p:ph idx="9" type="subTitle"/>
          </p:nvPr>
        </p:nvSpPr>
        <p:spPr>
          <a:xfrm>
            <a:off x="5798183" y="1420775"/>
            <a:ext cx="2475600" cy="748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486" name="Google Shape;486;p15"/>
          <p:cNvSpPr txBox="1"/>
          <p:nvPr>
            <p:ph idx="13" type="subTitle"/>
          </p:nvPr>
        </p:nvSpPr>
        <p:spPr>
          <a:xfrm>
            <a:off x="847200" y="3159100"/>
            <a:ext cx="2475600" cy="748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487" name="Google Shape;487;p15"/>
          <p:cNvSpPr txBox="1"/>
          <p:nvPr>
            <p:ph idx="14" type="subTitle"/>
          </p:nvPr>
        </p:nvSpPr>
        <p:spPr>
          <a:xfrm>
            <a:off x="3322692" y="3159100"/>
            <a:ext cx="2475600" cy="748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sp>
        <p:nvSpPr>
          <p:cNvPr id="488" name="Google Shape;488;p15"/>
          <p:cNvSpPr txBox="1"/>
          <p:nvPr>
            <p:ph idx="15" type="subTitle"/>
          </p:nvPr>
        </p:nvSpPr>
        <p:spPr>
          <a:xfrm>
            <a:off x="5798183" y="3159100"/>
            <a:ext cx="2475600" cy="748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Nunito Black"/>
              <a:buNone/>
              <a:defRPr sz="2100">
                <a:latin typeface="Nunito Black"/>
                <a:ea typeface="Nunito Black"/>
                <a:cs typeface="Nunito Black"/>
                <a:sym typeface="Nunito Black"/>
              </a:defRPr>
            </a:lvl1pPr>
            <a:lvl2pPr lvl="1"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2pPr>
            <a:lvl3pPr lvl="2"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3pPr>
            <a:lvl4pPr lvl="3"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4pPr>
            <a:lvl5pPr lvl="4"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5pPr>
            <a:lvl6pPr lvl="5"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6pPr>
            <a:lvl7pPr lvl="6"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7pPr>
            <a:lvl8pPr lvl="7"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8pPr>
            <a:lvl9pPr lvl="8" rtl="0" algn="ctr">
              <a:lnSpc>
                <a:spcPct val="100000"/>
              </a:lnSpc>
              <a:spcBef>
                <a:spcPts val="0"/>
              </a:spcBef>
              <a:spcAft>
                <a:spcPts val="0"/>
              </a:spcAft>
              <a:buSzPts val="2400"/>
              <a:buFont typeface="Nunito Black"/>
              <a:buNone/>
              <a:defRPr sz="2400">
                <a:latin typeface="Nunito Black"/>
                <a:ea typeface="Nunito Black"/>
                <a:cs typeface="Nunito Black"/>
                <a:sym typeface="Nunito Black"/>
              </a:defRPr>
            </a:lvl9pPr>
          </a:lstStyle>
          <a:p/>
        </p:txBody>
      </p:sp>
      <p:grpSp>
        <p:nvGrpSpPr>
          <p:cNvPr id="489" name="Google Shape;489;p15"/>
          <p:cNvGrpSpPr/>
          <p:nvPr/>
        </p:nvGrpSpPr>
        <p:grpSpPr>
          <a:xfrm>
            <a:off x="-214642" y="-426854"/>
            <a:ext cx="9504631" cy="5788874"/>
            <a:chOff x="-214642" y="-426854"/>
            <a:chExt cx="9504631" cy="5788874"/>
          </a:xfrm>
        </p:grpSpPr>
        <p:grpSp>
          <p:nvGrpSpPr>
            <p:cNvPr id="490" name="Google Shape;490;p15"/>
            <p:cNvGrpSpPr/>
            <p:nvPr/>
          </p:nvGrpSpPr>
          <p:grpSpPr>
            <a:xfrm rot="2032279">
              <a:off x="667426" y="-298245"/>
              <a:ext cx="698510" cy="778331"/>
              <a:chOff x="5431538" y="3074425"/>
              <a:chExt cx="485775" cy="541338"/>
            </a:xfrm>
          </p:grpSpPr>
          <p:sp>
            <p:nvSpPr>
              <p:cNvPr id="491" name="Google Shape;491;p15"/>
              <p:cNvSpPr/>
              <p:nvPr/>
            </p:nvSpPr>
            <p:spPr>
              <a:xfrm>
                <a:off x="5431538" y="3074425"/>
                <a:ext cx="485775" cy="541338"/>
              </a:xfrm>
              <a:custGeom>
                <a:rect b="b" l="l" r="r" t="t"/>
                <a:pathLst>
                  <a:path extrusionOk="0" h="208" w="187">
                    <a:moveTo>
                      <a:pt x="187" y="99"/>
                    </a:moveTo>
                    <a:cubicBezTo>
                      <a:pt x="147" y="0"/>
                      <a:pt x="147" y="0"/>
                      <a:pt x="147" y="0"/>
                    </a:cubicBezTo>
                    <a:cubicBezTo>
                      <a:pt x="0" y="61"/>
                      <a:pt x="0" y="61"/>
                      <a:pt x="0" y="61"/>
                    </a:cubicBezTo>
                    <a:cubicBezTo>
                      <a:pt x="60" y="208"/>
                      <a:pt x="60" y="208"/>
                      <a:pt x="60" y="208"/>
                    </a:cubicBezTo>
                    <a:cubicBezTo>
                      <a:pt x="158" y="168"/>
                      <a:pt x="158" y="168"/>
                      <a:pt x="158" y="168"/>
                    </a:cubicBezTo>
                    <a:cubicBezTo>
                      <a:pt x="158" y="168"/>
                      <a:pt x="186" y="103"/>
                      <a:pt x="187" y="9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15"/>
              <p:cNvSpPr/>
              <p:nvPr/>
            </p:nvSpPr>
            <p:spPr>
              <a:xfrm>
                <a:off x="5480750" y="3134750"/>
                <a:ext cx="319088" cy="141288"/>
              </a:xfrm>
              <a:custGeom>
                <a:rect b="b" l="l" r="r" t="t"/>
                <a:pathLst>
                  <a:path extrusionOk="0" h="54" w="123">
                    <a:moveTo>
                      <a:pt x="3" y="54"/>
                    </a:moveTo>
                    <a:cubicBezTo>
                      <a:pt x="2" y="54"/>
                      <a:pt x="1" y="53"/>
                      <a:pt x="1" y="52"/>
                    </a:cubicBezTo>
                    <a:cubicBezTo>
                      <a:pt x="0" y="51"/>
                      <a:pt x="1" y="49"/>
                      <a:pt x="2" y="49"/>
                    </a:cubicBezTo>
                    <a:cubicBezTo>
                      <a:pt x="119" y="1"/>
                      <a:pt x="119" y="1"/>
                      <a:pt x="119" y="1"/>
                    </a:cubicBezTo>
                    <a:cubicBezTo>
                      <a:pt x="121" y="0"/>
                      <a:pt x="122" y="1"/>
                      <a:pt x="123" y="3"/>
                    </a:cubicBezTo>
                    <a:cubicBezTo>
                      <a:pt x="123" y="4"/>
                      <a:pt x="123" y="6"/>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3" name="Google Shape;493;p15"/>
              <p:cNvSpPr/>
              <p:nvPr/>
            </p:nvSpPr>
            <p:spPr>
              <a:xfrm>
                <a:off x="5501388" y="3195075"/>
                <a:ext cx="322263" cy="139700"/>
              </a:xfrm>
              <a:custGeom>
                <a:rect b="b" l="l" r="r" t="t"/>
                <a:pathLst>
                  <a:path extrusionOk="0" h="54" w="124">
                    <a:moveTo>
                      <a:pt x="3" y="54"/>
                    </a:moveTo>
                    <a:cubicBezTo>
                      <a:pt x="2" y="54"/>
                      <a:pt x="1" y="53"/>
                      <a:pt x="1" y="52"/>
                    </a:cubicBezTo>
                    <a:cubicBezTo>
                      <a:pt x="0" y="51"/>
                      <a:pt x="1" y="49"/>
                      <a:pt x="2" y="48"/>
                    </a:cubicBezTo>
                    <a:cubicBezTo>
                      <a:pt x="120" y="1"/>
                      <a:pt x="120" y="1"/>
                      <a:pt x="120" y="1"/>
                    </a:cubicBezTo>
                    <a:cubicBezTo>
                      <a:pt x="121" y="0"/>
                      <a:pt x="123" y="1"/>
                      <a:pt x="123" y="2"/>
                    </a:cubicBezTo>
                    <a:cubicBezTo>
                      <a:pt x="124" y="4"/>
                      <a:pt x="123" y="5"/>
                      <a:pt x="122" y="6"/>
                    </a:cubicBezTo>
                    <a:cubicBezTo>
                      <a:pt x="4" y="53"/>
                      <a:pt x="4" y="53"/>
                      <a:pt x="4" y="53"/>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4" name="Google Shape;494;p15"/>
              <p:cNvSpPr/>
              <p:nvPr/>
            </p:nvSpPr>
            <p:spPr>
              <a:xfrm>
                <a:off x="5526788" y="3253813"/>
                <a:ext cx="322263" cy="138113"/>
              </a:xfrm>
              <a:custGeom>
                <a:rect b="b" l="l" r="r" t="t"/>
                <a:pathLst>
                  <a:path extrusionOk="0" h="53" w="124">
                    <a:moveTo>
                      <a:pt x="3" y="53"/>
                    </a:moveTo>
                    <a:cubicBezTo>
                      <a:pt x="2" y="53"/>
                      <a:pt x="1" y="53"/>
                      <a:pt x="1" y="52"/>
                    </a:cubicBezTo>
                    <a:cubicBezTo>
                      <a:pt x="0" y="50"/>
                      <a:pt x="1" y="49"/>
                      <a:pt x="2" y="48"/>
                    </a:cubicBezTo>
                    <a:cubicBezTo>
                      <a:pt x="120" y="0"/>
                      <a:pt x="120" y="0"/>
                      <a:pt x="120" y="0"/>
                    </a:cubicBezTo>
                    <a:cubicBezTo>
                      <a:pt x="121" y="0"/>
                      <a:pt x="122" y="0"/>
                      <a:pt x="123" y="2"/>
                    </a:cubicBezTo>
                    <a:cubicBezTo>
                      <a:pt x="124" y="3"/>
                      <a:pt x="123" y="5"/>
                      <a:pt x="122" y="5"/>
                    </a:cubicBezTo>
                    <a:cubicBezTo>
                      <a:pt x="4" y="53"/>
                      <a:pt x="4" y="53"/>
                      <a:pt x="4" y="53"/>
                    </a:cubicBezTo>
                    <a:lnTo>
                      <a:pt x="3" y="53"/>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15"/>
              <p:cNvSpPr/>
              <p:nvPr/>
            </p:nvSpPr>
            <p:spPr>
              <a:xfrm>
                <a:off x="5553775" y="3314138"/>
                <a:ext cx="319088" cy="141288"/>
              </a:xfrm>
              <a:custGeom>
                <a:rect b="b" l="l" r="r" t="t"/>
                <a:pathLst>
                  <a:path extrusionOk="0" h="54" w="123">
                    <a:moveTo>
                      <a:pt x="3" y="54"/>
                    </a:moveTo>
                    <a:cubicBezTo>
                      <a:pt x="2" y="54"/>
                      <a:pt x="1" y="53"/>
                      <a:pt x="0" y="52"/>
                    </a:cubicBezTo>
                    <a:cubicBezTo>
                      <a:pt x="0" y="51"/>
                      <a:pt x="0" y="49"/>
                      <a:pt x="2" y="49"/>
                    </a:cubicBezTo>
                    <a:cubicBezTo>
                      <a:pt x="119" y="1"/>
                      <a:pt x="119" y="1"/>
                      <a:pt x="119" y="1"/>
                    </a:cubicBezTo>
                    <a:cubicBezTo>
                      <a:pt x="120" y="0"/>
                      <a:pt x="122" y="1"/>
                      <a:pt x="123" y="2"/>
                    </a:cubicBezTo>
                    <a:cubicBezTo>
                      <a:pt x="123" y="4"/>
                      <a:pt x="122" y="5"/>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15"/>
              <p:cNvSpPr/>
              <p:nvPr/>
            </p:nvSpPr>
            <p:spPr>
              <a:xfrm>
                <a:off x="5579175" y="3420500"/>
                <a:ext cx="217488" cy="100013"/>
              </a:xfrm>
              <a:custGeom>
                <a:rect b="b" l="l" r="r" t="t"/>
                <a:pathLst>
                  <a:path extrusionOk="0" h="38" w="84">
                    <a:moveTo>
                      <a:pt x="3" y="38"/>
                    </a:moveTo>
                    <a:cubicBezTo>
                      <a:pt x="2" y="38"/>
                      <a:pt x="1" y="37"/>
                      <a:pt x="1" y="36"/>
                    </a:cubicBezTo>
                    <a:cubicBezTo>
                      <a:pt x="0" y="34"/>
                      <a:pt x="1" y="33"/>
                      <a:pt x="2" y="32"/>
                    </a:cubicBezTo>
                    <a:cubicBezTo>
                      <a:pt x="80" y="1"/>
                      <a:pt x="80" y="1"/>
                      <a:pt x="80" y="1"/>
                    </a:cubicBezTo>
                    <a:cubicBezTo>
                      <a:pt x="81" y="0"/>
                      <a:pt x="83" y="1"/>
                      <a:pt x="83" y="2"/>
                    </a:cubicBezTo>
                    <a:cubicBezTo>
                      <a:pt x="84" y="4"/>
                      <a:pt x="83" y="5"/>
                      <a:pt x="82" y="6"/>
                    </a:cubicBezTo>
                    <a:cubicBezTo>
                      <a:pt x="4" y="37"/>
                      <a:pt x="4" y="37"/>
                      <a:pt x="4" y="37"/>
                    </a:cubicBezTo>
                    <a:cubicBezTo>
                      <a:pt x="3" y="38"/>
                      <a:pt x="3" y="38"/>
                      <a:pt x="3" y="38"/>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15"/>
              <p:cNvSpPr/>
              <p:nvPr/>
            </p:nvSpPr>
            <p:spPr>
              <a:xfrm>
                <a:off x="5790313" y="3333188"/>
                <a:ext cx="127000" cy="179388"/>
              </a:xfrm>
              <a:custGeom>
                <a:rect b="b" l="l" r="r" t="t"/>
                <a:pathLst>
                  <a:path extrusionOk="0" h="69" w="49">
                    <a:moveTo>
                      <a:pt x="49" y="0"/>
                    </a:moveTo>
                    <a:cubicBezTo>
                      <a:pt x="0" y="20"/>
                      <a:pt x="0" y="20"/>
                      <a:pt x="0" y="20"/>
                    </a:cubicBezTo>
                    <a:cubicBezTo>
                      <a:pt x="20" y="69"/>
                      <a:pt x="20" y="69"/>
                      <a:pt x="20" y="69"/>
                    </a:cubicBezTo>
                    <a:cubicBezTo>
                      <a:pt x="20" y="69"/>
                      <a:pt x="20" y="69"/>
                      <a:pt x="20" y="69"/>
                    </a:cubicBezTo>
                    <a:cubicBezTo>
                      <a:pt x="49" y="0"/>
                      <a:pt x="49" y="0"/>
                      <a:pt x="49"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98" name="Google Shape;498;p15"/>
            <p:cNvSpPr/>
            <p:nvPr/>
          </p:nvSpPr>
          <p:spPr>
            <a:xfrm>
              <a:off x="312074" y="12400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99" name="Google Shape;499;p15"/>
            <p:cNvGrpSpPr/>
            <p:nvPr/>
          </p:nvGrpSpPr>
          <p:grpSpPr>
            <a:xfrm>
              <a:off x="-214642" y="879395"/>
              <a:ext cx="724435" cy="513308"/>
              <a:chOff x="6180688" y="2320538"/>
              <a:chExt cx="1149350" cy="814387"/>
            </a:xfrm>
          </p:grpSpPr>
          <p:sp>
            <p:nvSpPr>
              <p:cNvPr id="500" name="Google Shape;500;p15"/>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15"/>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15"/>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15"/>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15"/>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15"/>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6" name="Google Shape;506;p15"/>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07" name="Google Shape;507;p15"/>
            <p:cNvGrpSpPr/>
            <p:nvPr/>
          </p:nvGrpSpPr>
          <p:grpSpPr>
            <a:xfrm rot="8420947">
              <a:off x="8451105" y="3944800"/>
              <a:ext cx="363983" cy="216195"/>
              <a:chOff x="6191763" y="4215150"/>
              <a:chExt cx="261938" cy="155576"/>
            </a:xfrm>
          </p:grpSpPr>
          <p:sp>
            <p:nvSpPr>
              <p:cNvPr id="508" name="Google Shape;508;p15"/>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9" name="Google Shape;509;p15"/>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10" name="Google Shape;510;p15"/>
            <p:cNvSpPr/>
            <p:nvPr/>
          </p:nvSpPr>
          <p:spPr>
            <a:xfrm rot="-4924394">
              <a:off x="8955024" y="399400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11" name="Google Shape;511;p15"/>
            <p:cNvGrpSpPr/>
            <p:nvPr/>
          </p:nvGrpSpPr>
          <p:grpSpPr>
            <a:xfrm rot="-1189438">
              <a:off x="7544319" y="4579938"/>
              <a:ext cx="1688261" cy="510950"/>
              <a:chOff x="1762838" y="2278475"/>
              <a:chExt cx="1258888" cy="381001"/>
            </a:xfrm>
          </p:grpSpPr>
          <p:sp>
            <p:nvSpPr>
              <p:cNvPr id="512" name="Google Shape;512;p15"/>
              <p:cNvSpPr/>
              <p:nvPr/>
            </p:nvSpPr>
            <p:spPr>
              <a:xfrm>
                <a:off x="1762838" y="2568988"/>
                <a:ext cx="4763" cy="0"/>
              </a:xfrm>
              <a:custGeom>
                <a:rect b="b" l="l" r="r" t="t"/>
                <a:pathLst>
                  <a:path extrusionOk="0" h="120000" w="2">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path>
                </a:pathLst>
              </a:custGeom>
              <a:solidFill>
                <a:srgbClr val="DBE0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15"/>
              <p:cNvSpPr/>
              <p:nvPr/>
            </p:nvSpPr>
            <p:spPr>
              <a:xfrm>
                <a:off x="3007438" y="2589625"/>
                <a:ext cx="14288" cy="7938"/>
              </a:xfrm>
              <a:custGeom>
                <a:rect b="b" l="l" r="r" t="t"/>
                <a:pathLst>
                  <a:path extrusionOk="0" h="3" w="5">
                    <a:moveTo>
                      <a:pt x="1" y="3"/>
                    </a:moveTo>
                    <a:cubicBezTo>
                      <a:pt x="1" y="3"/>
                      <a:pt x="1" y="3"/>
                      <a:pt x="0" y="3"/>
                    </a:cubicBezTo>
                    <a:cubicBezTo>
                      <a:pt x="0" y="3"/>
                      <a:pt x="1" y="3"/>
                      <a:pt x="1" y="3"/>
                    </a:cubicBezTo>
                    <a:moveTo>
                      <a:pt x="1" y="3"/>
                    </a:moveTo>
                    <a:cubicBezTo>
                      <a:pt x="1" y="3"/>
                      <a:pt x="1" y="3"/>
                      <a:pt x="1" y="3"/>
                    </a:cubicBezTo>
                    <a:cubicBezTo>
                      <a:pt x="1" y="3"/>
                      <a:pt x="1" y="3"/>
                      <a:pt x="1" y="3"/>
                    </a:cubicBezTo>
                    <a:moveTo>
                      <a:pt x="2" y="2"/>
                    </a:moveTo>
                    <a:cubicBezTo>
                      <a:pt x="1" y="2"/>
                      <a:pt x="1" y="2"/>
                      <a:pt x="1" y="2"/>
                    </a:cubicBezTo>
                    <a:cubicBezTo>
                      <a:pt x="1" y="2"/>
                      <a:pt x="1" y="2"/>
                      <a:pt x="2" y="2"/>
                    </a:cubicBezTo>
                    <a:moveTo>
                      <a:pt x="2" y="2"/>
                    </a:moveTo>
                    <a:cubicBezTo>
                      <a:pt x="2" y="2"/>
                      <a:pt x="2" y="2"/>
                      <a:pt x="2" y="2"/>
                    </a:cubicBezTo>
                    <a:cubicBezTo>
                      <a:pt x="2" y="2"/>
                      <a:pt x="2" y="2"/>
                      <a:pt x="2" y="2"/>
                    </a:cubicBezTo>
                    <a:moveTo>
                      <a:pt x="3" y="2"/>
                    </a:moveTo>
                    <a:cubicBezTo>
                      <a:pt x="3" y="2"/>
                      <a:pt x="2" y="2"/>
                      <a:pt x="2" y="2"/>
                    </a:cubicBezTo>
                    <a:cubicBezTo>
                      <a:pt x="2" y="2"/>
                      <a:pt x="3" y="2"/>
                      <a:pt x="3" y="2"/>
                    </a:cubicBezTo>
                    <a:moveTo>
                      <a:pt x="3" y="1"/>
                    </a:moveTo>
                    <a:cubicBezTo>
                      <a:pt x="3" y="1"/>
                      <a:pt x="3" y="2"/>
                      <a:pt x="3" y="2"/>
                    </a:cubicBezTo>
                    <a:cubicBezTo>
                      <a:pt x="3" y="2"/>
                      <a:pt x="3" y="1"/>
                      <a:pt x="3" y="1"/>
                    </a:cubicBezTo>
                    <a:moveTo>
                      <a:pt x="3" y="1"/>
                    </a:moveTo>
                    <a:cubicBezTo>
                      <a:pt x="3" y="1"/>
                      <a:pt x="3" y="1"/>
                      <a:pt x="3" y="1"/>
                    </a:cubicBezTo>
                    <a:cubicBezTo>
                      <a:pt x="3" y="1"/>
                      <a:pt x="3" y="1"/>
                      <a:pt x="3" y="1"/>
                    </a:cubicBezTo>
                    <a:moveTo>
                      <a:pt x="4" y="1"/>
                    </a:moveTo>
                    <a:cubicBezTo>
                      <a:pt x="4" y="1"/>
                      <a:pt x="4" y="1"/>
                      <a:pt x="4" y="1"/>
                    </a:cubicBezTo>
                    <a:cubicBezTo>
                      <a:pt x="4" y="1"/>
                      <a:pt x="4" y="1"/>
                      <a:pt x="4" y="1"/>
                    </a:cubicBezTo>
                    <a:moveTo>
                      <a:pt x="5" y="1"/>
                    </a:moveTo>
                    <a:cubicBezTo>
                      <a:pt x="4" y="1"/>
                      <a:pt x="4" y="1"/>
                      <a:pt x="4" y="1"/>
                    </a:cubicBezTo>
                    <a:cubicBezTo>
                      <a:pt x="4" y="1"/>
                      <a:pt x="4" y="1"/>
                      <a:pt x="5" y="1"/>
                    </a:cubicBezTo>
                    <a:moveTo>
                      <a:pt x="5" y="0"/>
                    </a:moveTo>
                    <a:cubicBezTo>
                      <a:pt x="5" y="0"/>
                      <a:pt x="5" y="0"/>
                      <a:pt x="5" y="0"/>
                    </a:cubicBezTo>
                    <a:cubicBezTo>
                      <a:pt x="5" y="0"/>
                      <a:pt x="5" y="0"/>
                      <a:pt x="5" y="0"/>
                    </a:cubicBezTo>
                  </a:path>
                </a:pathLst>
              </a:custGeom>
              <a:solidFill>
                <a:srgbClr val="DBB5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15"/>
              <p:cNvSpPr/>
              <p:nvPr/>
            </p:nvSpPr>
            <p:spPr>
              <a:xfrm>
                <a:off x="1794588" y="2454688"/>
                <a:ext cx="579438" cy="204788"/>
              </a:xfrm>
              <a:custGeom>
                <a:rect b="b" l="l" r="r" t="t"/>
                <a:pathLst>
                  <a:path extrusionOk="0" h="79" w="223">
                    <a:moveTo>
                      <a:pt x="4" y="15"/>
                    </a:moveTo>
                    <a:cubicBezTo>
                      <a:pt x="4" y="22"/>
                      <a:pt x="5" y="28"/>
                      <a:pt x="6" y="35"/>
                    </a:cubicBezTo>
                    <a:cubicBezTo>
                      <a:pt x="223" y="72"/>
                      <a:pt x="223" y="72"/>
                      <a:pt x="223" y="72"/>
                    </a:cubicBezTo>
                    <a:cubicBezTo>
                      <a:pt x="223" y="79"/>
                      <a:pt x="223" y="79"/>
                      <a:pt x="223" y="79"/>
                    </a:cubicBezTo>
                    <a:cubicBezTo>
                      <a:pt x="4" y="40"/>
                      <a:pt x="4" y="40"/>
                      <a:pt x="4" y="40"/>
                    </a:cubicBezTo>
                    <a:cubicBezTo>
                      <a:pt x="1" y="27"/>
                      <a:pt x="0" y="13"/>
                      <a:pt x="4" y="0"/>
                    </a:cubicBezTo>
                    <a:cubicBezTo>
                      <a:pt x="223" y="27"/>
                      <a:pt x="223" y="27"/>
                      <a:pt x="223" y="27"/>
                    </a:cubicBezTo>
                    <a:cubicBezTo>
                      <a:pt x="223" y="34"/>
                      <a:pt x="223" y="34"/>
                      <a:pt x="223" y="34"/>
                    </a:cubicBezTo>
                    <a:cubicBezTo>
                      <a:pt x="6" y="6"/>
                      <a:pt x="6" y="6"/>
                      <a:pt x="6" y="6"/>
                    </a:cubicBezTo>
                    <a:cubicBezTo>
                      <a:pt x="5" y="9"/>
                      <a:pt x="5" y="12"/>
                      <a:pt x="4" y="15"/>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15"/>
              <p:cNvSpPr/>
              <p:nvPr/>
            </p:nvSpPr>
            <p:spPr>
              <a:xfrm>
                <a:off x="1804113" y="2470563"/>
                <a:ext cx="569913" cy="171450"/>
              </a:xfrm>
              <a:custGeom>
                <a:rect b="b" l="l" r="r" t="t"/>
                <a:pathLst>
                  <a:path extrusionOk="0" h="66" w="219">
                    <a:moveTo>
                      <a:pt x="0" y="10"/>
                    </a:moveTo>
                    <a:cubicBezTo>
                      <a:pt x="0" y="6"/>
                      <a:pt x="1" y="3"/>
                      <a:pt x="2" y="0"/>
                    </a:cubicBezTo>
                    <a:cubicBezTo>
                      <a:pt x="219" y="28"/>
                      <a:pt x="219" y="28"/>
                      <a:pt x="219" y="28"/>
                    </a:cubicBezTo>
                    <a:cubicBezTo>
                      <a:pt x="219" y="66"/>
                      <a:pt x="219" y="66"/>
                      <a:pt x="219" y="66"/>
                    </a:cubicBezTo>
                    <a:cubicBezTo>
                      <a:pt x="2" y="29"/>
                      <a:pt x="2" y="29"/>
                      <a:pt x="2" y="29"/>
                    </a:cubicBezTo>
                    <a:cubicBezTo>
                      <a:pt x="1" y="23"/>
                      <a:pt x="0" y="16"/>
                      <a:pt x="0" y="1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15"/>
              <p:cNvSpPr/>
              <p:nvPr/>
            </p:nvSpPr>
            <p:spPr>
              <a:xfrm>
                <a:off x="2374025" y="2488025"/>
                <a:ext cx="569913" cy="153988"/>
              </a:xfrm>
              <a:custGeom>
                <a:rect b="b" l="l" r="r" t="t"/>
                <a:pathLst>
                  <a:path extrusionOk="0" h="97" w="359">
                    <a:moveTo>
                      <a:pt x="0" y="97"/>
                    </a:moveTo>
                    <a:lnTo>
                      <a:pt x="0" y="35"/>
                    </a:lnTo>
                    <a:lnTo>
                      <a:pt x="359" y="0"/>
                    </a:lnTo>
                    <a:lnTo>
                      <a:pt x="357" y="53"/>
                    </a:lnTo>
                    <a:lnTo>
                      <a:pt x="0" y="97"/>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7" name="Google Shape;517;p15"/>
              <p:cNvSpPr/>
              <p:nvPr/>
            </p:nvSpPr>
            <p:spPr>
              <a:xfrm>
                <a:off x="2374025" y="2472150"/>
                <a:ext cx="576263" cy="187325"/>
              </a:xfrm>
              <a:custGeom>
                <a:rect b="b" l="l" r="r" t="t"/>
                <a:pathLst>
                  <a:path extrusionOk="0" h="118" w="363">
                    <a:moveTo>
                      <a:pt x="360" y="71"/>
                    </a:moveTo>
                    <a:lnTo>
                      <a:pt x="0" y="118"/>
                    </a:lnTo>
                    <a:lnTo>
                      <a:pt x="0" y="107"/>
                    </a:lnTo>
                    <a:lnTo>
                      <a:pt x="357" y="63"/>
                    </a:lnTo>
                    <a:lnTo>
                      <a:pt x="359" y="10"/>
                    </a:lnTo>
                    <a:lnTo>
                      <a:pt x="0" y="45"/>
                    </a:lnTo>
                    <a:lnTo>
                      <a:pt x="0" y="33"/>
                    </a:lnTo>
                    <a:lnTo>
                      <a:pt x="363" y="0"/>
                    </a:lnTo>
                    <a:lnTo>
                      <a:pt x="360" y="7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15"/>
              <p:cNvSpPr/>
              <p:nvPr/>
            </p:nvSpPr>
            <p:spPr>
              <a:xfrm>
                <a:off x="2374025" y="2472150"/>
                <a:ext cx="576263" cy="187325"/>
              </a:xfrm>
              <a:custGeom>
                <a:rect b="b" l="l" r="r" t="t"/>
                <a:pathLst>
                  <a:path extrusionOk="0" h="118" w="363">
                    <a:moveTo>
                      <a:pt x="360" y="71"/>
                    </a:moveTo>
                    <a:lnTo>
                      <a:pt x="0" y="118"/>
                    </a:lnTo>
                    <a:lnTo>
                      <a:pt x="0" y="107"/>
                    </a:lnTo>
                    <a:lnTo>
                      <a:pt x="357" y="63"/>
                    </a:lnTo>
                    <a:lnTo>
                      <a:pt x="359" y="10"/>
                    </a:lnTo>
                    <a:lnTo>
                      <a:pt x="0" y="45"/>
                    </a:lnTo>
                    <a:lnTo>
                      <a:pt x="0" y="33"/>
                    </a:lnTo>
                    <a:lnTo>
                      <a:pt x="363" y="0"/>
                    </a:lnTo>
                    <a:lnTo>
                      <a:pt x="360" y="71"/>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15"/>
              <p:cNvSpPr/>
              <p:nvPr/>
            </p:nvSpPr>
            <p:spPr>
              <a:xfrm>
                <a:off x="1804113" y="2422938"/>
                <a:ext cx="1146175" cy="101600"/>
              </a:xfrm>
              <a:custGeom>
                <a:rect b="b" l="l" r="r" t="t"/>
                <a:pathLst>
                  <a:path extrusionOk="0" h="64" w="722">
                    <a:moveTo>
                      <a:pt x="0" y="20"/>
                    </a:moveTo>
                    <a:lnTo>
                      <a:pt x="339" y="0"/>
                    </a:lnTo>
                    <a:lnTo>
                      <a:pt x="722" y="31"/>
                    </a:lnTo>
                    <a:lnTo>
                      <a:pt x="359" y="64"/>
                    </a:lnTo>
                    <a:lnTo>
                      <a:pt x="0" y="20"/>
                    </a:lnTo>
                    <a:close/>
                  </a:path>
                </a:pathLst>
              </a:custGeom>
              <a:solidFill>
                <a:srgbClr val="FA7C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15"/>
              <p:cNvSpPr/>
              <p:nvPr/>
            </p:nvSpPr>
            <p:spPr>
              <a:xfrm>
                <a:off x="1804113" y="2422938"/>
                <a:ext cx="1146175" cy="101600"/>
              </a:xfrm>
              <a:custGeom>
                <a:rect b="b" l="l" r="r" t="t"/>
                <a:pathLst>
                  <a:path extrusionOk="0" h="64" w="722">
                    <a:moveTo>
                      <a:pt x="0" y="20"/>
                    </a:moveTo>
                    <a:lnTo>
                      <a:pt x="339" y="0"/>
                    </a:lnTo>
                    <a:lnTo>
                      <a:pt x="722" y="31"/>
                    </a:lnTo>
                    <a:lnTo>
                      <a:pt x="359" y="64"/>
                    </a:lnTo>
                    <a:lnTo>
                      <a:pt x="0" y="2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1" name="Google Shape;521;p15"/>
              <p:cNvSpPr/>
              <p:nvPr/>
            </p:nvSpPr>
            <p:spPr>
              <a:xfrm>
                <a:off x="2399425" y="2597563"/>
                <a:ext cx="161925" cy="23813"/>
              </a:xfrm>
              <a:custGeom>
                <a:rect b="b" l="l" r="r" t="t"/>
                <a:pathLst>
                  <a:path extrusionOk="0" h="9" w="62">
                    <a:moveTo>
                      <a:pt x="49" y="0"/>
                    </a:moveTo>
                    <a:cubicBezTo>
                      <a:pt x="33" y="0"/>
                      <a:pt x="16" y="4"/>
                      <a:pt x="0" y="7"/>
                    </a:cubicBezTo>
                    <a:cubicBezTo>
                      <a:pt x="20" y="9"/>
                      <a:pt x="41" y="6"/>
                      <a:pt x="60" y="0"/>
                    </a:cubicBezTo>
                    <a:cubicBezTo>
                      <a:pt x="61" y="0"/>
                      <a:pt x="61" y="0"/>
                      <a:pt x="62" y="0"/>
                    </a:cubicBezTo>
                    <a:cubicBezTo>
                      <a:pt x="58" y="0"/>
                      <a:pt x="53" y="0"/>
                      <a:pt x="49"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2" name="Google Shape;522;p15"/>
              <p:cNvSpPr/>
              <p:nvPr/>
            </p:nvSpPr>
            <p:spPr>
              <a:xfrm>
                <a:off x="2485150" y="2565813"/>
                <a:ext cx="65088" cy="11113"/>
              </a:xfrm>
              <a:custGeom>
                <a:rect b="b" l="l" r="r" t="t"/>
                <a:pathLst>
                  <a:path extrusionOk="0" h="4" w="25">
                    <a:moveTo>
                      <a:pt x="0" y="3"/>
                    </a:moveTo>
                    <a:cubicBezTo>
                      <a:pt x="8" y="4"/>
                      <a:pt x="17" y="3"/>
                      <a:pt x="25" y="1"/>
                    </a:cubicBezTo>
                    <a:cubicBezTo>
                      <a:pt x="16" y="0"/>
                      <a:pt x="8"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3" name="Google Shape;523;p15"/>
              <p:cNvSpPr/>
              <p:nvPr/>
            </p:nvSpPr>
            <p:spPr>
              <a:xfrm>
                <a:off x="2570875" y="2568988"/>
                <a:ext cx="68263" cy="11113"/>
              </a:xfrm>
              <a:custGeom>
                <a:rect b="b" l="l" r="r" t="t"/>
                <a:pathLst>
                  <a:path extrusionOk="0" h="4" w="26">
                    <a:moveTo>
                      <a:pt x="0" y="3"/>
                    </a:moveTo>
                    <a:cubicBezTo>
                      <a:pt x="9" y="4"/>
                      <a:pt x="17" y="3"/>
                      <a:pt x="26" y="1"/>
                    </a:cubicBezTo>
                    <a:cubicBezTo>
                      <a:pt x="17" y="0"/>
                      <a:pt x="8"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4" name="Google Shape;524;p15"/>
              <p:cNvSpPr/>
              <p:nvPr/>
            </p:nvSpPr>
            <p:spPr>
              <a:xfrm>
                <a:off x="2756613" y="2519775"/>
                <a:ext cx="150813" cy="20638"/>
              </a:xfrm>
              <a:custGeom>
                <a:rect b="b" l="l" r="r" t="t"/>
                <a:pathLst>
                  <a:path extrusionOk="0" h="8" w="58">
                    <a:moveTo>
                      <a:pt x="0" y="6"/>
                    </a:moveTo>
                    <a:cubicBezTo>
                      <a:pt x="19" y="8"/>
                      <a:pt x="39" y="6"/>
                      <a:pt x="58" y="2"/>
                    </a:cubicBezTo>
                    <a:cubicBezTo>
                      <a:pt x="39" y="0"/>
                      <a:pt x="19" y="1"/>
                      <a:pt x="0" y="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5" name="Google Shape;525;p15"/>
              <p:cNvSpPr/>
              <p:nvPr/>
            </p:nvSpPr>
            <p:spPr>
              <a:xfrm>
                <a:off x="2129550" y="2535650"/>
                <a:ext cx="155575" cy="25400"/>
              </a:xfrm>
              <a:custGeom>
                <a:rect b="b" l="l" r="r" t="t"/>
                <a:pathLst>
                  <a:path extrusionOk="0" h="10" w="60">
                    <a:moveTo>
                      <a:pt x="59" y="9"/>
                    </a:moveTo>
                    <a:cubicBezTo>
                      <a:pt x="50" y="6"/>
                      <a:pt x="40" y="3"/>
                      <a:pt x="31" y="1"/>
                    </a:cubicBezTo>
                    <a:cubicBezTo>
                      <a:pt x="21" y="0"/>
                      <a:pt x="10" y="0"/>
                      <a:pt x="0" y="0"/>
                    </a:cubicBezTo>
                    <a:cubicBezTo>
                      <a:pt x="15" y="4"/>
                      <a:pt x="31" y="7"/>
                      <a:pt x="44" y="8"/>
                    </a:cubicBezTo>
                    <a:cubicBezTo>
                      <a:pt x="49" y="9"/>
                      <a:pt x="55" y="9"/>
                      <a:pt x="60" y="10"/>
                    </a:cubicBezTo>
                    <a:cubicBezTo>
                      <a:pt x="60" y="10"/>
                      <a:pt x="59" y="9"/>
                      <a:pt x="59" y="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6" name="Google Shape;526;p15"/>
              <p:cNvSpPr/>
              <p:nvPr/>
            </p:nvSpPr>
            <p:spPr>
              <a:xfrm>
                <a:off x="2296238" y="2551525"/>
                <a:ext cx="41275" cy="6350"/>
              </a:xfrm>
              <a:custGeom>
                <a:rect b="b" l="l" r="r" t="t"/>
                <a:pathLst>
                  <a:path extrusionOk="0" h="3" w="16">
                    <a:moveTo>
                      <a:pt x="0" y="0"/>
                    </a:moveTo>
                    <a:cubicBezTo>
                      <a:pt x="5" y="2"/>
                      <a:pt x="11" y="3"/>
                      <a:pt x="16" y="3"/>
                    </a:cubicBezTo>
                    <a:cubicBezTo>
                      <a:pt x="11" y="1"/>
                      <a:pt x="6" y="0"/>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7" name="Google Shape;527;p15"/>
              <p:cNvSpPr/>
              <p:nvPr/>
            </p:nvSpPr>
            <p:spPr>
              <a:xfrm>
                <a:off x="2297825" y="2565813"/>
                <a:ext cx="39688" cy="7938"/>
              </a:xfrm>
              <a:custGeom>
                <a:rect b="b" l="l" r="r" t="t"/>
                <a:pathLst>
                  <a:path extrusionOk="0" h="3" w="15">
                    <a:moveTo>
                      <a:pt x="0" y="1"/>
                    </a:moveTo>
                    <a:cubicBezTo>
                      <a:pt x="5" y="2"/>
                      <a:pt x="10" y="3"/>
                      <a:pt x="15" y="2"/>
                    </a:cubicBezTo>
                    <a:cubicBezTo>
                      <a:pt x="10" y="1"/>
                      <a:pt x="5" y="0"/>
                      <a:pt x="0" y="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8" name="Google Shape;528;p15"/>
              <p:cNvSpPr/>
              <p:nvPr/>
            </p:nvSpPr>
            <p:spPr>
              <a:xfrm>
                <a:off x="1889838" y="2535650"/>
                <a:ext cx="125413" cy="20638"/>
              </a:xfrm>
              <a:custGeom>
                <a:rect b="b" l="l" r="r" t="t"/>
                <a:pathLst>
                  <a:path extrusionOk="0" h="8" w="48">
                    <a:moveTo>
                      <a:pt x="0" y="0"/>
                    </a:moveTo>
                    <a:cubicBezTo>
                      <a:pt x="16" y="5"/>
                      <a:pt x="32" y="8"/>
                      <a:pt x="48" y="8"/>
                    </a:cubicBezTo>
                    <a:cubicBezTo>
                      <a:pt x="33" y="2"/>
                      <a:pt x="17" y="0"/>
                      <a:pt x="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9" name="Google Shape;529;p15"/>
              <p:cNvSpPr/>
              <p:nvPr/>
            </p:nvSpPr>
            <p:spPr>
              <a:xfrm>
                <a:off x="1804113" y="2422938"/>
                <a:ext cx="1146176" cy="101600"/>
              </a:xfrm>
              <a:custGeom>
                <a:rect b="b" l="l" r="r" t="t"/>
                <a:pathLst>
                  <a:path extrusionOk="0" h="39" w="441">
                    <a:moveTo>
                      <a:pt x="207" y="0"/>
                    </a:moveTo>
                    <a:cubicBezTo>
                      <a:pt x="167" y="2"/>
                      <a:pt x="167" y="2"/>
                      <a:pt x="167" y="2"/>
                    </a:cubicBezTo>
                    <a:cubicBezTo>
                      <a:pt x="169" y="11"/>
                      <a:pt x="173" y="20"/>
                      <a:pt x="179" y="27"/>
                    </a:cubicBezTo>
                    <a:cubicBezTo>
                      <a:pt x="180" y="28"/>
                      <a:pt x="180" y="28"/>
                      <a:pt x="180" y="28"/>
                    </a:cubicBezTo>
                    <a:cubicBezTo>
                      <a:pt x="103" y="14"/>
                      <a:pt x="103" y="14"/>
                      <a:pt x="103" y="14"/>
                    </a:cubicBezTo>
                    <a:cubicBezTo>
                      <a:pt x="101" y="11"/>
                      <a:pt x="99" y="9"/>
                      <a:pt x="97" y="6"/>
                    </a:cubicBezTo>
                    <a:cubicBezTo>
                      <a:pt x="0" y="12"/>
                      <a:pt x="0" y="12"/>
                      <a:pt x="0" y="12"/>
                    </a:cubicBezTo>
                    <a:cubicBezTo>
                      <a:pt x="219" y="39"/>
                      <a:pt x="219" y="39"/>
                      <a:pt x="219" y="39"/>
                    </a:cubicBezTo>
                    <a:cubicBezTo>
                      <a:pt x="441" y="19"/>
                      <a:pt x="441" y="19"/>
                      <a:pt x="441" y="19"/>
                    </a:cubicBezTo>
                    <a:cubicBezTo>
                      <a:pt x="207" y="0"/>
                      <a:pt x="207" y="0"/>
                      <a:pt x="207"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0" name="Google Shape;530;p15"/>
              <p:cNvSpPr/>
              <p:nvPr/>
            </p:nvSpPr>
            <p:spPr>
              <a:xfrm>
                <a:off x="2024775" y="2284825"/>
                <a:ext cx="250825" cy="211138"/>
              </a:xfrm>
              <a:custGeom>
                <a:rect b="b" l="l" r="r" t="t"/>
                <a:pathLst>
                  <a:path extrusionOk="0" h="81" w="96">
                    <a:moveTo>
                      <a:pt x="94" y="80"/>
                    </a:moveTo>
                    <a:cubicBezTo>
                      <a:pt x="76" y="59"/>
                      <a:pt x="77" y="25"/>
                      <a:pt x="96" y="4"/>
                    </a:cubicBezTo>
                    <a:cubicBezTo>
                      <a:pt x="18" y="0"/>
                      <a:pt x="18" y="0"/>
                      <a:pt x="18" y="0"/>
                    </a:cubicBezTo>
                    <a:cubicBezTo>
                      <a:pt x="1" y="18"/>
                      <a:pt x="0" y="49"/>
                      <a:pt x="18" y="67"/>
                    </a:cubicBezTo>
                    <a:cubicBezTo>
                      <a:pt x="95" y="81"/>
                      <a:pt x="95" y="81"/>
                      <a:pt x="95" y="81"/>
                    </a:cubicBezTo>
                    <a:cubicBezTo>
                      <a:pt x="94" y="80"/>
                      <a:pt x="94" y="80"/>
                      <a:pt x="94" y="80"/>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1" name="Google Shape;531;p15"/>
              <p:cNvSpPr/>
              <p:nvPr/>
            </p:nvSpPr>
            <p:spPr>
              <a:xfrm>
                <a:off x="2072400" y="2278475"/>
                <a:ext cx="717550" cy="22225"/>
              </a:xfrm>
              <a:custGeom>
                <a:rect b="b" l="l" r="r" t="t"/>
                <a:pathLst>
                  <a:path extrusionOk="0" h="9" w="276">
                    <a:moveTo>
                      <a:pt x="276" y="5"/>
                    </a:moveTo>
                    <a:cubicBezTo>
                      <a:pt x="239" y="5"/>
                      <a:pt x="147" y="9"/>
                      <a:pt x="77" y="8"/>
                    </a:cubicBezTo>
                    <a:cubicBezTo>
                      <a:pt x="43" y="8"/>
                      <a:pt x="17" y="5"/>
                      <a:pt x="0" y="3"/>
                    </a:cubicBezTo>
                    <a:cubicBezTo>
                      <a:pt x="62" y="2"/>
                      <a:pt x="215" y="0"/>
                      <a:pt x="276"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2" name="Google Shape;532;p15"/>
              <p:cNvSpPr/>
              <p:nvPr/>
            </p:nvSpPr>
            <p:spPr>
              <a:xfrm>
                <a:off x="2223213" y="2291175"/>
                <a:ext cx="566738" cy="204788"/>
              </a:xfrm>
              <a:custGeom>
                <a:rect b="b" l="l" r="r" t="t"/>
                <a:pathLst>
                  <a:path extrusionOk="0" h="79" w="218">
                    <a:moveTo>
                      <a:pt x="14" y="56"/>
                    </a:moveTo>
                    <a:cubicBezTo>
                      <a:pt x="16" y="62"/>
                      <a:pt x="18" y="67"/>
                      <a:pt x="22" y="72"/>
                    </a:cubicBezTo>
                    <a:cubicBezTo>
                      <a:pt x="214" y="63"/>
                      <a:pt x="214" y="63"/>
                      <a:pt x="214" y="63"/>
                    </a:cubicBezTo>
                    <a:cubicBezTo>
                      <a:pt x="216" y="63"/>
                      <a:pt x="216" y="63"/>
                      <a:pt x="216" y="63"/>
                    </a:cubicBezTo>
                    <a:cubicBezTo>
                      <a:pt x="216" y="70"/>
                      <a:pt x="216" y="70"/>
                      <a:pt x="216" y="70"/>
                    </a:cubicBezTo>
                    <a:cubicBezTo>
                      <a:pt x="19" y="79"/>
                      <a:pt x="19" y="79"/>
                      <a:pt x="19" y="79"/>
                    </a:cubicBezTo>
                    <a:cubicBezTo>
                      <a:pt x="0" y="59"/>
                      <a:pt x="1" y="23"/>
                      <a:pt x="20" y="2"/>
                    </a:cubicBezTo>
                    <a:cubicBezTo>
                      <a:pt x="218" y="0"/>
                      <a:pt x="218" y="0"/>
                      <a:pt x="218" y="0"/>
                    </a:cubicBezTo>
                    <a:cubicBezTo>
                      <a:pt x="218" y="7"/>
                      <a:pt x="218" y="7"/>
                      <a:pt x="218" y="7"/>
                    </a:cubicBezTo>
                    <a:cubicBezTo>
                      <a:pt x="213" y="7"/>
                      <a:pt x="213" y="7"/>
                      <a:pt x="213" y="7"/>
                    </a:cubicBezTo>
                    <a:cubicBezTo>
                      <a:pt x="22" y="10"/>
                      <a:pt x="22" y="10"/>
                      <a:pt x="22" y="10"/>
                    </a:cubicBezTo>
                    <a:cubicBezTo>
                      <a:pt x="12" y="23"/>
                      <a:pt x="9" y="41"/>
                      <a:pt x="14" y="56"/>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3" name="Google Shape;533;p15"/>
              <p:cNvSpPr/>
              <p:nvPr/>
            </p:nvSpPr>
            <p:spPr>
              <a:xfrm>
                <a:off x="2247025" y="2308638"/>
                <a:ext cx="530225" cy="166688"/>
              </a:xfrm>
              <a:custGeom>
                <a:rect b="b" l="l" r="r" t="t"/>
                <a:pathLst>
                  <a:path extrusionOk="0" h="64" w="204">
                    <a:moveTo>
                      <a:pt x="5" y="50"/>
                    </a:moveTo>
                    <a:cubicBezTo>
                      <a:pt x="0" y="34"/>
                      <a:pt x="3" y="16"/>
                      <a:pt x="13" y="3"/>
                    </a:cubicBezTo>
                    <a:cubicBezTo>
                      <a:pt x="204" y="0"/>
                      <a:pt x="204" y="0"/>
                      <a:pt x="204" y="0"/>
                    </a:cubicBezTo>
                    <a:cubicBezTo>
                      <a:pt x="204" y="0"/>
                      <a:pt x="202" y="56"/>
                      <a:pt x="202" y="56"/>
                    </a:cubicBezTo>
                    <a:cubicBezTo>
                      <a:pt x="13" y="64"/>
                      <a:pt x="13" y="64"/>
                      <a:pt x="13" y="64"/>
                    </a:cubicBezTo>
                    <a:cubicBezTo>
                      <a:pt x="10" y="60"/>
                      <a:pt x="7" y="55"/>
                      <a:pt x="5" y="5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4" name="Google Shape;534;p15"/>
              <p:cNvSpPr/>
              <p:nvPr/>
            </p:nvSpPr>
            <p:spPr>
              <a:xfrm>
                <a:off x="2770900" y="2451513"/>
                <a:ext cx="14288" cy="3175"/>
              </a:xfrm>
              <a:custGeom>
                <a:rect b="b" l="l" r="r" t="t"/>
                <a:pathLst>
                  <a:path extrusionOk="0" h="1" w="5">
                    <a:moveTo>
                      <a:pt x="0" y="0"/>
                    </a:moveTo>
                    <a:cubicBezTo>
                      <a:pt x="5" y="1"/>
                      <a:pt x="5" y="1"/>
                      <a:pt x="5" y="1"/>
                    </a:cubicBezTo>
                    <a:cubicBezTo>
                      <a:pt x="4" y="1"/>
                      <a:pt x="2" y="1"/>
                      <a:pt x="0" y="1"/>
                    </a:cubicBezTo>
                    <a:lnTo>
                      <a:pt x="0" y="0"/>
                    </a:lnTo>
                    <a:close/>
                  </a:path>
                </a:pathLst>
              </a:custGeom>
              <a:solidFill>
                <a:srgbClr val="3AAA9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5" name="Google Shape;535;p15"/>
              <p:cNvSpPr/>
              <p:nvPr/>
            </p:nvSpPr>
            <p:spPr>
              <a:xfrm>
                <a:off x="2153363" y="2291175"/>
                <a:ext cx="41275" cy="188913"/>
              </a:xfrm>
              <a:custGeom>
                <a:rect b="b" l="l" r="r" t="t"/>
                <a:pathLst>
                  <a:path extrusionOk="0" h="73" w="16">
                    <a:moveTo>
                      <a:pt x="7" y="39"/>
                    </a:moveTo>
                    <a:cubicBezTo>
                      <a:pt x="7" y="26"/>
                      <a:pt x="10" y="12"/>
                      <a:pt x="16" y="1"/>
                    </a:cubicBezTo>
                    <a:cubicBezTo>
                      <a:pt x="9" y="0"/>
                      <a:pt x="9" y="0"/>
                      <a:pt x="9" y="0"/>
                    </a:cubicBezTo>
                    <a:cubicBezTo>
                      <a:pt x="3" y="12"/>
                      <a:pt x="0" y="26"/>
                      <a:pt x="0" y="39"/>
                    </a:cubicBezTo>
                    <a:cubicBezTo>
                      <a:pt x="0" y="50"/>
                      <a:pt x="2" y="61"/>
                      <a:pt x="5" y="72"/>
                    </a:cubicBezTo>
                    <a:cubicBezTo>
                      <a:pt x="12" y="73"/>
                      <a:pt x="12" y="73"/>
                      <a:pt x="12" y="73"/>
                    </a:cubicBezTo>
                    <a:cubicBezTo>
                      <a:pt x="9" y="62"/>
                      <a:pt x="7" y="51"/>
                      <a:pt x="7" y="39"/>
                    </a:cubicBezTo>
                    <a:close/>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6" name="Google Shape;536;p15"/>
              <p:cNvSpPr/>
              <p:nvPr/>
            </p:nvSpPr>
            <p:spPr>
              <a:xfrm>
                <a:off x="2189875" y="2292763"/>
                <a:ext cx="46038" cy="195263"/>
              </a:xfrm>
              <a:custGeom>
                <a:rect b="b" l="l" r="r" t="t"/>
                <a:pathLst>
                  <a:path extrusionOk="0" h="75" w="18">
                    <a:moveTo>
                      <a:pt x="7" y="39"/>
                    </a:moveTo>
                    <a:cubicBezTo>
                      <a:pt x="7" y="25"/>
                      <a:pt x="11" y="12"/>
                      <a:pt x="18" y="1"/>
                    </a:cubicBezTo>
                    <a:cubicBezTo>
                      <a:pt x="11" y="0"/>
                      <a:pt x="11" y="0"/>
                      <a:pt x="11" y="0"/>
                    </a:cubicBezTo>
                    <a:cubicBezTo>
                      <a:pt x="4" y="12"/>
                      <a:pt x="1" y="25"/>
                      <a:pt x="0" y="39"/>
                    </a:cubicBezTo>
                    <a:cubicBezTo>
                      <a:pt x="0" y="51"/>
                      <a:pt x="3" y="63"/>
                      <a:pt x="7" y="74"/>
                    </a:cubicBezTo>
                    <a:cubicBezTo>
                      <a:pt x="15" y="75"/>
                      <a:pt x="15" y="75"/>
                      <a:pt x="15" y="75"/>
                    </a:cubicBezTo>
                    <a:cubicBezTo>
                      <a:pt x="9" y="64"/>
                      <a:pt x="7" y="52"/>
                      <a:pt x="7" y="39"/>
                    </a:cubicBezTo>
                    <a:close/>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7" name="Google Shape;537;p15"/>
              <p:cNvSpPr/>
              <p:nvPr/>
            </p:nvSpPr>
            <p:spPr>
              <a:xfrm>
                <a:off x="2051763" y="2343563"/>
                <a:ext cx="20700" cy="57300"/>
              </a:xfrm>
              <a:prstGeom prst="ellipse">
                <a:avLst/>
              </a:pr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15"/>
              <p:cNvSpPr/>
              <p:nvPr/>
            </p:nvSpPr>
            <p:spPr>
              <a:xfrm>
                <a:off x="2348625" y="2329275"/>
                <a:ext cx="176213" cy="19050"/>
              </a:xfrm>
              <a:custGeom>
                <a:rect b="b" l="l" r="r" t="t"/>
                <a:pathLst>
                  <a:path extrusionOk="0" h="7" w="68">
                    <a:moveTo>
                      <a:pt x="35" y="0"/>
                    </a:moveTo>
                    <a:cubicBezTo>
                      <a:pt x="23" y="0"/>
                      <a:pt x="11" y="2"/>
                      <a:pt x="0" y="4"/>
                    </a:cubicBezTo>
                    <a:cubicBezTo>
                      <a:pt x="23" y="7"/>
                      <a:pt x="46" y="6"/>
                      <a:pt x="68" y="2"/>
                    </a:cubicBezTo>
                    <a:cubicBezTo>
                      <a:pt x="57" y="1"/>
                      <a:pt x="46" y="0"/>
                      <a:pt x="35"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15"/>
              <p:cNvSpPr/>
              <p:nvPr/>
            </p:nvSpPr>
            <p:spPr>
              <a:xfrm>
                <a:off x="2574050" y="2311813"/>
                <a:ext cx="174625" cy="20638"/>
              </a:xfrm>
              <a:custGeom>
                <a:rect b="b" l="l" r="r" t="t"/>
                <a:pathLst>
                  <a:path extrusionOk="0" h="8" w="67">
                    <a:moveTo>
                      <a:pt x="65" y="3"/>
                    </a:moveTo>
                    <a:cubicBezTo>
                      <a:pt x="44" y="0"/>
                      <a:pt x="22" y="1"/>
                      <a:pt x="0" y="6"/>
                    </a:cubicBezTo>
                    <a:cubicBezTo>
                      <a:pt x="17" y="7"/>
                      <a:pt x="34" y="8"/>
                      <a:pt x="51" y="5"/>
                    </a:cubicBezTo>
                    <a:cubicBezTo>
                      <a:pt x="56" y="4"/>
                      <a:pt x="62" y="4"/>
                      <a:pt x="67" y="3"/>
                    </a:cubicBezTo>
                    <a:cubicBezTo>
                      <a:pt x="66" y="3"/>
                      <a:pt x="66" y="3"/>
                      <a:pt x="65"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15"/>
              <p:cNvSpPr/>
              <p:nvPr/>
            </p:nvSpPr>
            <p:spPr>
              <a:xfrm>
                <a:off x="2713750" y="2332450"/>
                <a:ext cx="31750" cy="4763"/>
              </a:xfrm>
              <a:custGeom>
                <a:rect b="b" l="l" r="r" t="t"/>
                <a:pathLst>
                  <a:path extrusionOk="0" h="2" w="12">
                    <a:moveTo>
                      <a:pt x="0" y="1"/>
                    </a:moveTo>
                    <a:cubicBezTo>
                      <a:pt x="4" y="2"/>
                      <a:pt x="8" y="1"/>
                      <a:pt x="12" y="1"/>
                    </a:cubicBezTo>
                    <a:cubicBezTo>
                      <a:pt x="8" y="0"/>
                      <a:pt x="4" y="0"/>
                      <a:pt x="0" y="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15"/>
              <p:cNvSpPr/>
              <p:nvPr/>
            </p:nvSpPr>
            <p:spPr>
              <a:xfrm>
                <a:off x="2591513" y="2345150"/>
                <a:ext cx="34925" cy="4763"/>
              </a:xfrm>
              <a:custGeom>
                <a:rect b="b" l="l" r="r" t="t"/>
                <a:pathLst>
                  <a:path extrusionOk="0" h="2" w="13">
                    <a:moveTo>
                      <a:pt x="0" y="2"/>
                    </a:moveTo>
                    <a:cubicBezTo>
                      <a:pt x="4" y="2"/>
                      <a:pt x="9" y="2"/>
                      <a:pt x="13" y="1"/>
                    </a:cubicBezTo>
                    <a:cubicBezTo>
                      <a:pt x="8" y="0"/>
                      <a:pt x="4" y="1"/>
                      <a:pt x="0" y="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15"/>
              <p:cNvSpPr/>
              <p:nvPr/>
            </p:nvSpPr>
            <p:spPr>
              <a:xfrm>
                <a:off x="2537538" y="2430875"/>
                <a:ext cx="80963" cy="11113"/>
              </a:xfrm>
              <a:custGeom>
                <a:rect b="b" l="l" r="r" t="t"/>
                <a:pathLst>
                  <a:path extrusionOk="0" h="4" w="31">
                    <a:moveTo>
                      <a:pt x="0" y="3"/>
                    </a:moveTo>
                    <a:cubicBezTo>
                      <a:pt x="10" y="4"/>
                      <a:pt x="21" y="3"/>
                      <a:pt x="31" y="1"/>
                    </a:cubicBezTo>
                    <a:cubicBezTo>
                      <a:pt x="21" y="0"/>
                      <a:pt x="10"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15"/>
              <p:cNvSpPr/>
              <p:nvPr/>
            </p:nvSpPr>
            <p:spPr>
              <a:xfrm>
                <a:off x="2283538" y="2361025"/>
                <a:ext cx="95250" cy="11113"/>
              </a:xfrm>
              <a:custGeom>
                <a:rect b="b" l="l" r="r" t="t"/>
                <a:pathLst>
                  <a:path extrusionOk="0" h="4" w="37">
                    <a:moveTo>
                      <a:pt x="0" y="2"/>
                    </a:moveTo>
                    <a:cubicBezTo>
                      <a:pt x="12" y="4"/>
                      <a:pt x="24" y="4"/>
                      <a:pt x="37" y="2"/>
                    </a:cubicBezTo>
                    <a:cubicBezTo>
                      <a:pt x="24" y="0"/>
                      <a:pt x="12" y="0"/>
                      <a:pt x="0" y="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15"/>
              <p:cNvSpPr/>
              <p:nvPr/>
            </p:nvSpPr>
            <p:spPr>
              <a:xfrm>
                <a:off x="2345450" y="2389600"/>
                <a:ext cx="52388" cy="7938"/>
              </a:xfrm>
              <a:custGeom>
                <a:rect b="b" l="l" r="r" t="t"/>
                <a:pathLst>
                  <a:path extrusionOk="0" h="3" w="20">
                    <a:moveTo>
                      <a:pt x="0" y="3"/>
                    </a:moveTo>
                    <a:cubicBezTo>
                      <a:pt x="7" y="3"/>
                      <a:pt x="14" y="3"/>
                      <a:pt x="20" y="1"/>
                    </a:cubicBezTo>
                    <a:cubicBezTo>
                      <a:pt x="14" y="0"/>
                      <a:pt x="7"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15"/>
              <p:cNvSpPr/>
              <p:nvPr/>
            </p:nvSpPr>
            <p:spPr>
              <a:xfrm>
                <a:off x="2647075" y="2321338"/>
                <a:ext cx="52388" cy="114300"/>
              </a:xfrm>
              <a:custGeom>
                <a:rect b="b" l="l" r="r" t="t"/>
                <a:pathLst>
                  <a:path extrusionOk="0" h="72" w="33">
                    <a:moveTo>
                      <a:pt x="0" y="0"/>
                    </a:moveTo>
                    <a:lnTo>
                      <a:pt x="16" y="0"/>
                    </a:lnTo>
                    <a:lnTo>
                      <a:pt x="18" y="0"/>
                    </a:lnTo>
                    <a:lnTo>
                      <a:pt x="33" y="0"/>
                    </a:lnTo>
                    <a:lnTo>
                      <a:pt x="33" y="69"/>
                    </a:lnTo>
                    <a:lnTo>
                      <a:pt x="16" y="58"/>
                    </a:lnTo>
                    <a:lnTo>
                      <a:pt x="0" y="72"/>
                    </a:lnTo>
                    <a:lnTo>
                      <a:pt x="0" y="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15"/>
              <p:cNvSpPr/>
              <p:nvPr/>
            </p:nvSpPr>
            <p:spPr>
              <a:xfrm>
                <a:off x="2280363" y="2451513"/>
                <a:ext cx="498475" cy="26988"/>
              </a:xfrm>
              <a:custGeom>
                <a:rect b="b" l="l" r="r" t="t"/>
                <a:pathLst>
                  <a:path extrusionOk="0" h="10" w="192">
                    <a:moveTo>
                      <a:pt x="192" y="1"/>
                    </a:moveTo>
                    <a:cubicBezTo>
                      <a:pt x="0" y="10"/>
                      <a:pt x="0" y="10"/>
                      <a:pt x="0" y="10"/>
                    </a:cubicBezTo>
                    <a:cubicBezTo>
                      <a:pt x="0" y="9"/>
                      <a:pt x="0" y="9"/>
                      <a:pt x="0" y="9"/>
                    </a:cubicBezTo>
                    <a:cubicBezTo>
                      <a:pt x="2" y="10"/>
                      <a:pt x="190" y="0"/>
                      <a:pt x="192" y="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2">
    <p:spTree>
      <p:nvGrpSpPr>
        <p:cNvPr id="547" name="Shape 547"/>
        <p:cNvGrpSpPr/>
        <p:nvPr/>
      </p:nvGrpSpPr>
      <p:grpSpPr>
        <a:xfrm>
          <a:off x="0" y="0"/>
          <a:ext cx="0" cy="0"/>
          <a:chOff x="0" y="0"/>
          <a:chExt cx="0" cy="0"/>
        </a:xfrm>
      </p:grpSpPr>
      <p:pic>
        <p:nvPicPr>
          <p:cNvPr id="548" name="Google Shape;548;p16"/>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549" name="Google Shape;549;p16"/>
          <p:cNvSpPr txBox="1"/>
          <p:nvPr>
            <p:ph type="title"/>
          </p:nvPr>
        </p:nvSpPr>
        <p:spPr>
          <a:xfrm>
            <a:off x="713225" y="597425"/>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200"/>
              <a:buNone/>
              <a:defRPr b="0" sz="3200">
                <a:latin typeface="Nunito Black"/>
                <a:ea typeface="Nunito Black"/>
                <a:cs typeface="Nunito Black"/>
                <a:sym typeface="Nunito Black"/>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550" name="Google Shape;550;p16"/>
          <p:cNvSpPr txBox="1"/>
          <p:nvPr>
            <p:ph idx="1" type="subTitle"/>
          </p:nvPr>
        </p:nvSpPr>
        <p:spPr>
          <a:xfrm>
            <a:off x="713225" y="1063688"/>
            <a:ext cx="7624800" cy="912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Char char="●"/>
              <a:defRPr sz="1400">
                <a:latin typeface="DM Sans"/>
                <a:ea typeface="DM Sans"/>
                <a:cs typeface="DM Sans"/>
                <a:sym typeface="DM Sans"/>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_1">
    <p:spTree>
      <p:nvGrpSpPr>
        <p:cNvPr id="551" name="Shape 551"/>
        <p:cNvGrpSpPr/>
        <p:nvPr/>
      </p:nvGrpSpPr>
      <p:grpSpPr>
        <a:xfrm>
          <a:off x="0" y="0"/>
          <a:ext cx="0" cy="0"/>
          <a:chOff x="0" y="0"/>
          <a:chExt cx="0" cy="0"/>
        </a:xfrm>
      </p:grpSpPr>
      <p:pic>
        <p:nvPicPr>
          <p:cNvPr id="552" name="Google Shape;552;p17"/>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553" name="Google Shape;553;p17"/>
          <p:cNvSpPr txBox="1"/>
          <p:nvPr>
            <p:ph type="title"/>
          </p:nvPr>
        </p:nvSpPr>
        <p:spPr>
          <a:xfrm>
            <a:off x="713225" y="5974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b="0" sz="3200">
                <a:latin typeface="Nunito Black"/>
                <a:ea typeface="Nunito Black"/>
                <a:cs typeface="Nunito Black"/>
                <a:sym typeface="Nunito Black"/>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54" name="Google Shape;554;p17"/>
          <p:cNvSpPr txBox="1"/>
          <p:nvPr>
            <p:ph idx="1" type="subTitle"/>
          </p:nvPr>
        </p:nvSpPr>
        <p:spPr>
          <a:xfrm>
            <a:off x="819044" y="1076225"/>
            <a:ext cx="3753000" cy="3546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Font typeface="Arial"/>
              <a:buChar char="●"/>
              <a:defRPr sz="1300">
                <a:latin typeface="DM Sans"/>
                <a:ea typeface="DM Sans"/>
                <a:cs typeface="DM Sans"/>
                <a:sym typeface="DM Sans"/>
              </a:defRPr>
            </a:lvl1pPr>
            <a:lvl2pPr lvl="1" rtl="0" algn="ctr">
              <a:lnSpc>
                <a:spcPct val="115000"/>
              </a:lnSpc>
              <a:spcBef>
                <a:spcPts val="0"/>
              </a:spcBef>
              <a:spcAft>
                <a:spcPts val="0"/>
              </a:spcAft>
              <a:buSzPts val="1400"/>
              <a:buFont typeface="Arial"/>
              <a:buChar char="○"/>
              <a:defRPr/>
            </a:lvl2pPr>
            <a:lvl3pPr lvl="2" rtl="0" algn="ctr">
              <a:lnSpc>
                <a:spcPct val="115000"/>
              </a:lnSpc>
              <a:spcBef>
                <a:spcPts val="0"/>
              </a:spcBef>
              <a:spcAft>
                <a:spcPts val="0"/>
              </a:spcAft>
              <a:buSzPts val="1400"/>
              <a:buFont typeface="Arial"/>
              <a:buChar char="■"/>
              <a:defRPr/>
            </a:lvl3pPr>
            <a:lvl4pPr lvl="3" rtl="0" algn="ctr">
              <a:lnSpc>
                <a:spcPct val="115000"/>
              </a:lnSpc>
              <a:spcBef>
                <a:spcPts val="0"/>
              </a:spcBef>
              <a:spcAft>
                <a:spcPts val="0"/>
              </a:spcAft>
              <a:buSzPts val="1400"/>
              <a:buFont typeface="Arial"/>
              <a:buChar char="●"/>
              <a:defRPr/>
            </a:lvl4pPr>
            <a:lvl5pPr lvl="4" rtl="0" algn="ctr">
              <a:lnSpc>
                <a:spcPct val="115000"/>
              </a:lnSpc>
              <a:spcBef>
                <a:spcPts val="0"/>
              </a:spcBef>
              <a:spcAft>
                <a:spcPts val="0"/>
              </a:spcAft>
              <a:buSzPts val="1400"/>
              <a:buFont typeface="Arial"/>
              <a:buChar char="○"/>
              <a:defRPr/>
            </a:lvl5pPr>
            <a:lvl6pPr lvl="5" rtl="0" algn="ctr">
              <a:lnSpc>
                <a:spcPct val="115000"/>
              </a:lnSpc>
              <a:spcBef>
                <a:spcPts val="0"/>
              </a:spcBef>
              <a:spcAft>
                <a:spcPts val="0"/>
              </a:spcAft>
              <a:buSzPts val="1400"/>
              <a:buFont typeface="Arial"/>
              <a:buChar char="■"/>
              <a:defRPr/>
            </a:lvl6pPr>
            <a:lvl7pPr lvl="6" rtl="0" algn="ctr">
              <a:lnSpc>
                <a:spcPct val="115000"/>
              </a:lnSpc>
              <a:spcBef>
                <a:spcPts val="0"/>
              </a:spcBef>
              <a:spcAft>
                <a:spcPts val="0"/>
              </a:spcAft>
              <a:buSzPts val="1400"/>
              <a:buFont typeface="Arial"/>
              <a:buChar char="●"/>
              <a:defRPr/>
            </a:lvl7pPr>
            <a:lvl8pPr lvl="7" rtl="0" algn="ctr">
              <a:lnSpc>
                <a:spcPct val="115000"/>
              </a:lnSpc>
              <a:spcBef>
                <a:spcPts val="0"/>
              </a:spcBef>
              <a:spcAft>
                <a:spcPts val="0"/>
              </a:spcAft>
              <a:buSzPts val="1400"/>
              <a:buFont typeface="Arial"/>
              <a:buChar char="○"/>
              <a:defRPr/>
            </a:lvl8pPr>
            <a:lvl9pPr lvl="8" rtl="0" algn="ctr">
              <a:lnSpc>
                <a:spcPct val="115000"/>
              </a:lnSpc>
              <a:spcBef>
                <a:spcPts val="0"/>
              </a:spcBef>
              <a:spcAft>
                <a:spcPts val="0"/>
              </a:spcAft>
              <a:buSzPts val="1400"/>
              <a:buFont typeface="Arial"/>
              <a:buChar char="■"/>
              <a:defRPr/>
            </a:lvl9pPr>
          </a:lstStyle>
          <a:p/>
        </p:txBody>
      </p:sp>
      <p:sp>
        <p:nvSpPr>
          <p:cNvPr id="555" name="Google Shape;555;p17"/>
          <p:cNvSpPr txBox="1"/>
          <p:nvPr>
            <p:ph idx="2" type="subTitle"/>
          </p:nvPr>
        </p:nvSpPr>
        <p:spPr>
          <a:xfrm>
            <a:off x="4571956" y="1076225"/>
            <a:ext cx="3753000" cy="3546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Font typeface="Arial"/>
              <a:buChar char="●"/>
              <a:defRPr sz="1300">
                <a:latin typeface="DM Sans"/>
                <a:ea typeface="DM Sans"/>
                <a:cs typeface="DM Sans"/>
                <a:sym typeface="DM Sans"/>
              </a:defRPr>
            </a:lvl1pPr>
            <a:lvl2pPr lvl="1" rtl="0" algn="ctr">
              <a:lnSpc>
                <a:spcPct val="115000"/>
              </a:lnSpc>
              <a:spcBef>
                <a:spcPts val="0"/>
              </a:spcBef>
              <a:spcAft>
                <a:spcPts val="0"/>
              </a:spcAft>
              <a:buSzPts val="1400"/>
              <a:buFont typeface="Arial"/>
              <a:buChar char="○"/>
              <a:defRPr/>
            </a:lvl2pPr>
            <a:lvl3pPr lvl="2" rtl="0" algn="ctr">
              <a:lnSpc>
                <a:spcPct val="115000"/>
              </a:lnSpc>
              <a:spcBef>
                <a:spcPts val="0"/>
              </a:spcBef>
              <a:spcAft>
                <a:spcPts val="0"/>
              </a:spcAft>
              <a:buSzPts val="1400"/>
              <a:buFont typeface="Arial"/>
              <a:buChar char="■"/>
              <a:defRPr/>
            </a:lvl3pPr>
            <a:lvl4pPr lvl="3" rtl="0" algn="ctr">
              <a:lnSpc>
                <a:spcPct val="115000"/>
              </a:lnSpc>
              <a:spcBef>
                <a:spcPts val="0"/>
              </a:spcBef>
              <a:spcAft>
                <a:spcPts val="0"/>
              </a:spcAft>
              <a:buSzPts val="1400"/>
              <a:buFont typeface="Arial"/>
              <a:buChar char="●"/>
              <a:defRPr/>
            </a:lvl4pPr>
            <a:lvl5pPr lvl="4" rtl="0" algn="ctr">
              <a:lnSpc>
                <a:spcPct val="115000"/>
              </a:lnSpc>
              <a:spcBef>
                <a:spcPts val="0"/>
              </a:spcBef>
              <a:spcAft>
                <a:spcPts val="0"/>
              </a:spcAft>
              <a:buSzPts val="1400"/>
              <a:buFont typeface="Arial"/>
              <a:buChar char="○"/>
              <a:defRPr/>
            </a:lvl5pPr>
            <a:lvl6pPr lvl="5" rtl="0" algn="ctr">
              <a:lnSpc>
                <a:spcPct val="115000"/>
              </a:lnSpc>
              <a:spcBef>
                <a:spcPts val="0"/>
              </a:spcBef>
              <a:spcAft>
                <a:spcPts val="0"/>
              </a:spcAft>
              <a:buSzPts val="1400"/>
              <a:buFont typeface="Arial"/>
              <a:buChar char="■"/>
              <a:defRPr/>
            </a:lvl6pPr>
            <a:lvl7pPr lvl="6" rtl="0" algn="ctr">
              <a:lnSpc>
                <a:spcPct val="115000"/>
              </a:lnSpc>
              <a:spcBef>
                <a:spcPts val="0"/>
              </a:spcBef>
              <a:spcAft>
                <a:spcPts val="0"/>
              </a:spcAft>
              <a:buSzPts val="1400"/>
              <a:buFont typeface="Arial"/>
              <a:buChar char="●"/>
              <a:defRPr/>
            </a:lvl7pPr>
            <a:lvl8pPr lvl="7" rtl="0" algn="ctr">
              <a:lnSpc>
                <a:spcPct val="115000"/>
              </a:lnSpc>
              <a:spcBef>
                <a:spcPts val="0"/>
              </a:spcBef>
              <a:spcAft>
                <a:spcPts val="0"/>
              </a:spcAft>
              <a:buSzPts val="1400"/>
              <a:buFont typeface="Arial"/>
              <a:buChar char="○"/>
              <a:defRPr/>
            </a:lvl8pPr>
            <a:lvl9pPr lvl="8" rtl="0" algn="ctr">
              <a:lnSpc>
                <a:spcPct val="115000"/>
              </a:lnSpc>
              <a:spcBef>
                <a:spcPts val="0"/>
              </a:spcBef>
              <a:spcAft>
                <a:spcPts val="0"/>
              </a:spcAft>
              <a:buSzPts val="1400"/>
              <a:buFont typeface="Arial"/>
              <a:buChar char="■"/>
              <a:defRPr/>
            </a:lvl9pPr>
          </a:lstStyle>
          <a:p/>
        </p:txBody>
      </p:sp>
      <p:grpSp>
        <p:nvGrpSpPr>
          <p:cNvPr id="556" name="Google Shape;556;p17"/>
          <p:cNvGrpSpPr/>
          <p:nvPr/>
        </p:nvGrpSpPr>
        <p:grpSpPr>
          <a:xfrm>
            <a:off x="-570372" y="-394748"/>
            <a:ext cx="10608694" cy="5921851"/>
            <a:chOff x="-570372" y="-394748"/>
            <a:chExt cx="10608694" cy="5921851"/>
          </a:xfrm>
        </p:grpSpPr>
        <p:grpSp>
          <p:nvGrpSpPr>
            <p:cNvPr id="557" name="Google Shape;557;p17"/>
            <p:cNvGrpSpPr/>
            <p:nvPr/>
          </p:nvGrpSpPr>
          <p:grpSpPr>
            <a:xfrm rot="-3054153">
              <a:off x="-467939" y="4292567"/>
              <a:ext cx="1313419" cy="889075"/>
              <a:chOff x="6120623" y="1600755"/>
              <a:chExt cx="1889363" cy="1278941"/>
            </a:xfrm>
          </p:grpSpPr>
          <p:sp>
            <p:nvSpPr>
              <p:cNvPr id="558" name="Google Shape;558;p17"/>
              <p:cNvSpPr/>
              <p:nvPr/>
            </p:nvSpPr>
            <p:spPr>
              <a:xfrm>
                <a:off x="6428776" y="2005239"/>
                <a:ext cx="1022683" cy="647174"/>
              </a:xfrm>
              <a:custGeom>
                <a:rect b="b" l="l" r="r" t="t"/>
                <a:pathLst>
                  <a:path extrusionOk="0" h="205" w="324">
                    <a:moveTo>
                      <a:pt x="324" y="121"/>
                    </a:moveTo>
                    <a:cubicBezTo>
                      <a:pt x="263" y="116"/>
                      <a:pt x="202" y="112"/>
                      <a:pt x="140" y="107"/>
                    </a:cubicBezTo>
                    <a:cubicBezTo>
                      <a:pt x="102" y="72"/>
                      <a:pt x="64" y="36"/>
                      <a:pt x="26" y="0"/>
                    </a:cubicBezTo>
                    <a:cubicBezTo>
                      <a:pt x="2" y="61"/>
                      <a:pt x="2" y="61"/>
                      <a:pt x="2" y="61"/>
                    </a:cubicBezTo>
                    <a:cubicBezTo>
                      <a:pt x="2" y="62"/>
                      <a:pt x="1" y="64"/>
                      <a:pt x="1" y="65"/>
                    </a:cubicBezTo>
                    <a:cubicBezTo>
                      <a:pt x="0" y="70"/>
                      <a:pt x="1" y="76"/>
                      <a:pt x="3" y="81"/>
                    </a:cubicBezTo>
                    <a:cubicBezTo>
                      <a:pt x="13" y="105"/>
                      <a:pt x="39" y="124"/>
                      <a:pt x="60" y="138"/>
                    </a:cubicBezTo>
                    <a:cubicBezTo>
                      <a:pt x="104" y="166"/>
                      <a:pt x="154" y="187"/>
                      <a:pt x="205" y="197"/>
                    </a:cubicBezTo>
                    <a:cubicBezTo>
                      <a:pt x="229" y="201"/>
                      <a:pt x="257" y="205"/>
                      <a:pt x="280" y="197"/>
                    </a:cubicBezTo>
                    <a:cubicBezTo>
                      <a:pt x="286" y="195"/>
                      <a:pt x="291" y="192"/>
                      <a:pt x="295" y="188"/>
                    </a:cubicBezTo>
                    <a:cubicBezTo>
                      <a:pt x="295" y="187"/>
                      <a:pt x="297" y="185"/>
                      <a:pt x="297" y="185"/>
                    </a:cubicBezTo>
                    <a:cubicBezTo>
                      <a:pt x="298" y="183"/>
                      <a:pt x="298" y="183"/>
                      <a:pt x="298" y="183"/>
                    </a:cubicBezTo>
                    <a:cubicBezTo>
                      <a:pt x="324" y="121"/>
                      <a:pt x="324" y="121"/>
                      <a:pt x="324" y="12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17"/>
              <p:cNvSpPr/>
              <p:nvPr/>
            </p:nvSpPr>
            <p:spPr>
              <a:xfrm>
                <a:off x="6394109" y="2197850"/>
                <a:ext cx="974533" cy="554721"/>
              </a:xfrm>
              <a:custGeom>
                <a:rect b="b" l="l" r="r" t="t"/>
                <a:pathLst>
                  <a:path extrusionOk="0" h="176" w="309">
                    <a:moveTo>
                      <a:pt x="308" y="124"/>
                    </a:moveTo>
                    <a:cubicBezTo>
                      <a:pt x="297" y="141"/>
                      <a:pt x="265" y="141"/>
                      <a:pt x="246" y="140"/>
                    </a:cubicBezTo>
                    <a:cubicBezTo>
                      <a:pt x="195" y="136"/>
                      <a:pt x="146" y="118"/>
                      <a:pt x="101" y="94"/>
                    </a:cubicBezTo>
                    <a:cubicBezTo>
                      <a:pt x="73" y="80"/>
                      <a:pt x="46" y="62"/>
                      <a:pt x="26" y="38"/>
                    </a:cubicBezTo>
                    <a:cubicBezTo>
                      <a:pt x="17" y="28"/>
                      <a:pt x="8" y="14"/>
                      <a:pt x="13" y="0"/>
                    </a:cubicBezTo>
                    <a:cubicBezTo>
                      <a:pt x="12" y="2"/>
                      <a:pt x="1" y="32"/>
                      <a:pt x="1" y="34"/>
                    </a:cubicBezTo>
                    <a:cubicBezTo>
                      <a:pt x="0" y="38"/>
                      <a:pt x="0" y="42"/>
                      <a:pt x="1" y="46"/>
                    </a:cubicBezTo>
                    <a:cubicBezTo>
                      <a:pt x="8" y="71"/>
                      <a:pt x="37" y="94"/>
                      <a:pt x="59" y="108"/>
                    </a:cubicBezTo>
                    <a:cubicBezTo>
                      <a:pt x="100" y="135"/>
                      <a:pt x="146" y="154"/>
                      <a:pt x="194" y="165"/>
                    </a:cubicBezTo>
                    <a:cubicBezTo>
                      <a:pt x="221" y="171"/>
                      <a:pt x="260" y="176"/>
                      <a:pt x="285" y="163"/>
                    </a:cubicBezTo>
                    <a:cubicBezTo>
                      <a:pt x="288" y="161"/>
                      <a:pt x="292" y="158"/>
                      <a:pt x="294" y="155"/>
                    </a:cubicBezTo>
                    <a:cubicBezTo>
                      <a:pt x="296" y="154"/>
                      <a:pt x="307" y="124"/>
                      <a:pt x="309" y="122"/>
                    </a:cubicBezTo>
                    <a:lnTo>
                      <a:pt x="308" y="1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0" name="Google Shape;560;p17"/>
              <p:cNvSpPr/>
              <p:nvPr/>
            </p:nvSpPr>
            <p:spPr>
              <a:xfrm>
                <a:off x="6871746" y="2298008"/>
                <a:ext cx="1138240" cy="130976"/>
              </a:xfrm>
              <a:custGeom>
                <a:rect b="b" l="l" r="r" t="t"/>
                <a:pathLst>
                  <a:path extrusionOk="0" h="41" w="361">
                    <a:moveTo>
                      <a:pt x="361" y="29"/>
                    </a:moveTo>
                    <a:cubicBezTo>
                      <a:pt x="355" y="41"/>
                      <a:pt x="355" y="41"/>
                      <a:pt x="355" y="41"/>
                    </a:cubicBezTo>
                    <a:cubicBezTo>
                      <a:pt x="249" y="33"/>
                      <a:pt x="105" y="22"/>
                      <a:pt x="0" y="14"/>
                    </a:cubicBezTo>
                    <a:cubicBezTo>
                      <a:pt x="6" y="0"/>
                      <a:pt x="6" y="0"/>
                      <a:pt x="6" y="0"/>
                    </a:cubicBezTo>
                    <a:cubicBezTo>
                      <a:pt x="361" y="29"/>
                      <a:pt x="361" y="29"/>
                      <a:pt x="361" y="29"/>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17"/>
              <p:cNvSpPr/>
              <p:nvPr/>
            </p:nvSpPr>
            <p:spPr>
              <a:xfrm>
                <a:off x="6136031" y="1600755"/>
                <a:ext cx="1873954" cy="789707"/>
              </a:xfrm>
              <a:custGeom>
                <a:rect b="b" l="l" r="r" t="t"/>
                <a:pathLst>
                  <a:path extrusionOk="0" h="410" w="973">
                    <a:moveTo>
                      <a:pt x="973" y="410"/>
                    </a:moveTo>
                    <a:lnTo>
                      <a:pt x="391" y="362"/>
                    </a:lnTo>
                    <a:lnTo>
                      <a:pt x="0" y="0"/>
                    </a:lnTo>
                    <a:lnTo>
                      <a:pt x="555" y="72"/>
                    </a:lnTo>
                    <a:lnTo>
                      <a:pt x="973" y="41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17"/>
              <p:cNvSpPr/>
              <p:nvPr/>
            </p:nvSpPr>
            <p:spPr>
              <a:xfrm>
                <a:off x="6136031" y="1600755"/>
                <a:ext cx="1873954" cy="789707"/>
              </a:xfrm>
              <a:custGeom>
                <a:rect b="b" l="l" r="r" t="t"/>
                <a:pathLst>
                  <a:path extrusionOk="0" h="410" w="973">
                    <a:moveTo>
                      <a:pt x="973" y="410"/>
                    </a:moveTo>
                    <a:lnTo>
                      <a:pt x="391" y="362"/>
                    </a:lnTo>
                    <a:lnTo>
                      <a:pt x="0" y="0"/>
                    </a:lnTo>
                    <a:lnTo>
                      <a:pt x="555" y="72"/>
                    </a:lnTo>
                    <a:lnTo>
                      <a:pt x="973" y="41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17"/>
              <p:cNvSpPr/>
              <p:nvPr/>
            </p:nvSpPr>
            <p:spPr>
              <a:xfrm>
                <a:off x="6120623" y="1600755"/>
                <a:ext cx="768457" cy="741554"/>
              </a:xfrm>
              <a:custGeom>
                <a:rect b="b" l="l" r="r" t="t"/>
                <a:pathLst>
                  <a:path extrusionOk="0" h="235" w="244">
                    <a:moveTo>
                      <a:pt x="244" y="221"/>
                    </a:moveTo>
                    <a:cubicBezTo>
                      <a:pt x="238" y="235"/>
                      <a:pt x="238" y="235"/>
                      <a:pt x="238" y="235"/>
                    </a:cubicBezTo>
                    <a:cubicBezTo>
                      <a:pt x="171" y="172"/>
                      <a:pt x="69" y="77"/>
                      <a:pt x="0" y="13"/>
                    </a:cubicBezTo>
                    <a:cubicBezTo>
                      <a:pt x="5" y="0"/>
                      <a:pt x="5" y="0"/>
                      <a:pt x="5" y="0"/>
                    </a:cubicBezTo>
                    <a:lnTo>
                      <a:pt x="244" y="22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17"/>
              <p:cNvSpPr/>
              <p:nvPr/>
            </p:nvSpPr>
            <p:spPr>
              <a:xfrm>
                <a:off x="6492332" y="2005239"/>
                <a:ext cx="959125" cy="647174"/>
              </a:xfrm>
              <a:custGeom>
                <a:rect b="b" l="l" r="r" t="t"/>
                <a:pathLst>
                  <a:path extrusionOk="0" h="205" w="304">
                    <a:moveTo>
                      <a:pt x="175" y="163"/>
                    </a:moveTo>
                    <a:cubicBezTo>
                      <a:pt x="166" y="167"/>
                      <a:pt x="156" y="166"/>
                      <a:pt x="147" y="166"/>
                    </a:cubicBezTo>
                    <a:cubicBezTo>
                      <a:pt x="126" y="165"/>
                      <a:pt x="105" y="164"/>
                      <a:pt x="84" y="163"/>
                    </a:cubicBezTo>
                    <a:cubicBezTo>
                      <a:pt x="116" y="178"/>
                      <a:pt x="150" y="190"/>
                      <a:pt x="185" y="197"/>
                    </a:cubicBezTo>
                    <a:cubicBezTo>
                      <a:pt x="209" y="201"/>
                      <a:pt x="237" y="205"/>
                      <a:pt x="260" y="197"/>
                    </a:cubicBezTo>
                    <a:cubicBezTo>
                      <a:pt x="266" y="195"/>
                      <a:pt x="271" y="192"/>
                      <a:pt x="275" y="188"/>
                    </a:cubicBezTo>
                    <a:cubicBezTo>
                      <a:pt x="275" y="187"/>
                      <a:pt x="277" y="185"/>
                      <a:pt x="277" y="185"/>
                    </a:cubicBezTo>
                    <a:cubicBezTo>
                      <a:pt x="278" y="183"/>
                      <a:pt x="278" y="183"/>
                      <a:pt x="278" y="183"/>
                    </a:cubicBezTo>
                    <a:cubicBezTo>
                      <a:pt x="304" y="121"/>
                      <a:pt x="304" y="121"/>
                      <a:pt x="304" y="121"/>
                    </a:cubicBezTo>
                    <a:cubicBezTo>
                      <a:pt x="304" y="121"/>
                      <a:pt x="304" y="121"/>
                      <a:pt x="304" y="121"/>
                    </a:cubicBezTo>
                    <a:cubicBezTo>
                      <a:pt x="243" y="116"/>
                      <a:pt x="182" y="112"/>
                      <a:pt x="120" y="107"/>
                    </a:cubicBezTo>
                    <a:cubicBezTo>
                      <a:pt x="82" y="72"/>
                      <a:pt x="44" y="36"/>
                      <a:pt x="6" y="0"/>
                    </a:cubicBezTo>
                    <a:cubicBezTo>
                      <a:pt x="0" y="16"/>
                      <a:pt x="0" y="16"/>
                      <a:pt x="0" y="16"/>
                    </a:cubicBezTo>
                    <a:cubicBezTo>
                      <a:pt x="8" y="30"/>
                      <a:pt x="19" y="42"/>
                      <a:pt x="24" y="49"/>
                    </a:cubicBezTo>
                    <a:cubicBezTo>
                      <a:pt x="34" y="62"/>
                      <a:pt x="46" y="74"/>
                      <a:pt x="60" y="84"/>
                    </a:cubicBezTo>
                    <a:cubicBezTo>
                      <a:pt x="86" y="103"/>
                      <a:pt x="118" y="116"/>
                      <a:pt x="151" y="120"/>
                    </a:cubicBezTo>
                    <a:cubicBezTo>
                      <a:pt x="159" y="121"/>
                      <a:pt x="167" y="121"/>
                      <a:pt x="175" y="124"/>
                    </a:cubicBezTo>
                    <a:cubicBezTo>
                      <a:pt x="182" y="127"/>
                      <a:pt x="189" y="133"/>
                      <a:pt x="190" y="141"/>
                    </a:cubicBezTo>
                    <a:cubicBezTo>
                      <a:pt x="191" y="151"/>
                      <a:pt x="184" y="159"/>
                      <a:pt x="175" y="163"/>
                    </a:cubicBezTo>
                    <a:close/>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17"/>
              <p:cNvSpPr/>
              <p:nvPr/>
            </p:nvSpPr>
            <p:spPr>
              <a:xfrm>
                <a:off x="6136031" y="1600755"/>
                <a:ext cx="1873954" cy="789707"/>
              </a:xfrm>
              <a:custGeom>
                <a:rect b="b" l="l" r="r" t="t"/>
                <a:pathLst>
                  <a:path extrusionOk="0" h="250" w="594">
                    <a:moveTo>
                      <a:pt x="0" y="0"/>
                    </a:moveTo>
                    <a:cubicBezTo>
                      <a:pt x="239" y="221"/>
                      <a:pt x="239" y="221"/>
                      <a:pt x="239" y="221"/>
                    </a:cubicBezTo>
                    <a:cubicBezTo>
                      <a:pt x="594" y="250"/>
                      <a:pt x="594" y="250"/>
                      <a:pt x="594" y="250"/>
                    </a:cubicBezTo>
                    <a:cubicBezTo>
                      <a:pt x="388" y="83"/>
                      <a:pt x="388" y="83"/>
                      <a:pt x="388" y="83"/>
                    </a:cubicBezTo>
                    <a:cubicBezTo>
                      <a:pt x="391" y="92"/>
                      <a:pt x="395" y="101"/>
                      <a:pt x="395" y="111"/>
                    </a:cubicBezTo>
                    <a:cubicBezTo>
                      <a:pt x="396" y="127"/>
                      <a:pt x="391" y="143"/>
                      <a:pt x="381" y="156"/>
                    </a:cubicBezTo>
                    <a:cubicBezTo>
                      <a:pt x="365" y="176"/>
                      <a:pt x="338" y="186"/>
                      <a:pt x="311" y="186"/>
                    </a:cubicBezTo>
                    <a:cubicBezTo>
                      <a:pt x="304" y="186"/>
                      <a:pt x="297" y="185"/>
                      <a:pt x="290" y="184"/>
                    </a:cubicBezTo>
                    <a:cubicBezTo>
                      <a:pt x="257" y="178"/>
                      <a:pt x="228" y="160"/>
                      <a:pt x="200" y="142"/>
                    </a:cubicBezTo>
                    <a:cubicBezTo>
                      <a:pt x="132" y="98"/>
                      <a:pt x="66" y="51"/>
                      <a:pt x="3" y="0"/>
                    </a:cubicBezTo>
                    <a:cubicBezTo>
                      <a:pt x="0" y="0"/>
                      <a:pt x="0" y="0"/>
                      <a:pt x="0" y="0"/>
                    </a:cubicBezTo>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17"/>
              <p:cNvSpPr/>
              <p:nvPr/>
            </p:nvSpPr>
            <p:spPr>
              <a:xfrm>
                <a:off x="7031599" y="1945530"/>
                <a:ext cx="533490" cy="934166"/>
              </a:xfrm>
              <a:custGeom>
                <a:rect b="b" l="l" r="r" t="t"/>
                <a:pathLst>
                  <a:path extrusionOk="0" h="296" w="169">
                    <a:moveTo>
                      <a:pt x="166" y="271"/>
                    </a:moveTo>
                    <a:cubicBezTo>
                      <a:pt x="167" y="266"/>
                      <a:pt x="166" y="261"/>
                      <a:pt x="164" y="257"/>
                    </a:cubicBezTo>
                    <a:cubicBezTo>
                      <a:pt x="162" y="252"/>
                      <a:pt x="158" y="248"/>
                      <a:pt x="154" y="247"/>
                    </a:cubicBezTo>
                    <a:cubicBezTo>
                      <a:pt x="169" y="130"/>
                      <a:pt x="169" y="130"/>
                      <a:pt x="169" y="130"/>
                    </a:cubicBezTo>
                    <a:cubicBezTo>
                      <a:pt x="169" y="128"/>
                      <a:pt x="169" y="127"/>
                      <a:pt x="167" y="126"/>
                    </a:cubicBezTo>
                    <a:cubicBezTo>
                      <a:pt x="7" y="1"/>
                      <a:pt x="7" y="1"/>
                      <a:pt x="7" y="1"/>
                    </a:cubicBezTo>
                    <a:cubicBezTo>
                      <a:pt x="6" y="0"/>
                      <a:pt x="3" y="0"/>
                      <a:pt x="2" y="2"/>
                    </a:cubicBezTo>
                    <a:cubicBezTo>
                      <a:pt x="0" y="3"/>
                      <a:pt x="1" y="6"/>
                      <a:pt x="2" y="7"/>
                    </a:cubicBezTo>
                    <a:cubicBezTo>
                      <a:pt x="161" y="131"/>
                      <a:pt x="161" y="131"/>
                      <a:pt x="161" y="131"/>
                    </a:cubicBezTo>
                    <a:cubicBezTo>
                      <a:pt x="146" y="247"/>
                      <a:pt x="146" y="247"/>
                      <a:pt x="146" y="247"/>
                    </a:cubicBezTo>
                    <a:cubicBezTo>
                      <a:pt x="137" y="249"/>
                      <a:pt x="128" y="260"/>
                      <a:pt x="128" y="272"/>
                    </a:cubicBezTo>
                    <a:cubicBezTo>
                      <a:pt x="129" y="277"/>
                      <a:pt x="130" y="282"/>
                      <a:pt x="133" y="287"/>
                    </a:cubicBezTo>
                    <a:cubicBezTo>
                      <a:pt x="139" y="295"/>
                      <a:pt x="152" y="296"/>
                      <a:pt x="159" y="288"/>
                    </a:cubicBezTo>
                    <a:cubicBezTo>
                      <a:pt x="163" y="283"/>
                      <a:pt x="166" y="277"/>
                      <a:pt x="166" y="271"/>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67" name="Google Shape;567;p17"/>
            <p:cNvGrpSpPr/>
            <p:nvPr/>
          </p:nvGrpSpPr>
          <p:grpSpPr>
            <a:xfrm>
              <a:off x="819055" y="4721931"/>
              <a:ext cx="511443" cy="753371"/>
              <a:chOff x="8940901" y="497675"/>
              <a:chExt cx="1147762" cy="1690688"/>
            </a:xfrm>
          </p:grpSpPr>
          <p:sp>
            <p:nvSpPr>
              <p:cNvPr id="568" name="Google Shape;568;p17"/>
              <p:cNvSpPr/>
              <p:nvPr/>
            </p:nvSpPr>
            <p:spPr>
              <a:xfrm>
                <a:off x="9815613" y="497675"/>
                <a:ext cx="273050" cy="298450"/>
              </a:xfrm>
              <a:custGeom>
                <a:rect b="b" l="l" r="r" t="t"/>
                <a:pathLst>
                  <a:path extrusionOk="0" h="98" w="90">
                    <a:moveTo>
                      <a:pt x="0" y="75"/>
                    </a:moveTo>
                    <a:cubicBezTo>
                      <a:pt x="12" y="52"/>
                      <a:pt x="26" y="23"/>
                      <a:pt x="40" y="0"/>
                    </a:cubicBezTo>
                    <a:cubicBezTo>
                      <a:pt x="90" y="20"/>
                      <a:pt x="59" y="67"/>
                      <a:pt x="42" y="98"/>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17"/>
              <p:cNvSpPr/>
              <p:nvPr/>
            </p:nvSpPr>
            <p:spPr>
              <a:xfrm>
                <a:off x="9467951" y="667538"/>
                <a:ext cx="538163" cy="554038"/>
              </a:xfrm>
              <a:custGeom>
                <a:rect b="b" l="l" r="r" t="t"/>
                <a:pathLst>
                  <a:path extrusionOk="0" h="182" w="177">
                    <a:moveTo>
                      <a:pt x="0" y="102"/>
                    </a:moveTo>
                    <a:cubicBezTo>
                      <a:pt x="6" y="93"/>
                      <a:pt x="7" y="82"/>
                      <a:pt x="14" y="75"/>
                    </a:cubicBezTo>
                    <a:cubicBezTo>
                      <a:pt x="28" y="61"/>
                      <a:pt x="21" y="64"/>
                      <a:pt x="39" y="65"/>
                    </a:cubicBezTo>
                    <a:cubicBezTo>
                      <a:pt x="66" y="67"/>
                      <a:pt x="73" y="68"/>
                      <a:pt x="91" y="42"/>
                    </a:cubicBezTo>
                    <a:cubicBezTo>
                      <a:pt x="104" y="21"/>
                      <a:pt x="106" y="0"/>
                      <a:pt x="106" y="0"/>
                    </a:cubicBezTo>
                    <a:cubicBezTo>
                      <a:pt x="119" y="4"/>
                      <a:pt x="164" y="28"/>
                      <a:pt x="174" y="37"/>
                    </a:cubicBezTo>
                    <a:cubicBezTo>
                      <a:pt x="150" y="53"/>
                      <a:pt x="129" y="94"/>
                      <a:pt x="149" y="118"/>
                    </a:cubicBezTo>
                    <a:cubicBezTo>
                      <a:pt x="167" y="141"/>
                      <a:pt x="177" y="134"/>
                      <a:pt x="160" y="166"/>
                    </a:cubicBezTo>
                    <a:cubicBezTo>
                      <a:pt x="152" y="180"/>
                      <a:pt x="156" y="169"/>
                      <a:pt x="148" y="182"/>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0" name="Google Shape;570;p17"/>
              <p:cNvSpPr/>
              <p:nvPr/>
            </p:nvSpPr>
            <p:spPr>
              <a:xfrm>
                <a:off x="8940901" y="942175"/>
                <a:ext cx="1038225" cy="1246188"/>
              </a:xfrm>
              <a:custGeom>
                <a:rect b="b" l="l" r="r" t="t"/>
                <a:pathLst>
                  <a:path extrusionOk="0" h="409" w="341">
                    <a:moveTo>
                      <a:pt x="178" y="380"/>
                    </a:moveTo>
                    <a:cubicBezTo>
                      <a:pt x="168" y="399"/>
                      <a:pt x="152" y="409"/>
                      <a:pt x="133" y="399"/>
                    </a:cubicBezTo>
                    <a:cubicBezTo>
                      <a:pt x="19" y="337"/>
                      <a:pt x="19" y="337"/>
                      <a:pt x="19" y="337"/>
                    </a:cubicBezTo>
                    <a:cubicBezTo>
                      <a:pt x="0" y="327"/>
                      <a:pt x="0" y="308"/>
                      <a:pt x="10" y="289"/>
                    </a:cubicBezTo>
                    <a:cubicBezTo>
                      <a:pt x="145" y="19"/>
                      <a:pt x="145" y="19"/>
                      <a:pt x="145" y="19"/>
                    </a:cubicBezTo>
                    <a:cubicBezTo>
                      <a:pt x="155" y="0"/>
                      <a:pt x="173" y="8"/>
                      <a:pt x="192" y="18"/>
                    </a:cubicBezTo>
                    <a:cubicBezTo>
                      <a:pt x="306" y="80"/>
                      <a:pt x="306" y="80"/>
                      <a:pt x="306" y="80"/>
                    </a:cubicBezTo>
                    <a:cubicBezTo>
                      <a:pt x="325" y="90"/>
                      <a:pt x="341" y="101"/>
                      <a:pt x="331" y="120"/>
                    </a:cubicBezTo>
                    <a:lnTo>
                      <a:pt x="178" y="38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1" name="Google Shape;571;p17"/>
              <p:cNvSpPr/>
              <p:nvPr/>
            </p:nvSpPr>
            <p:spPr>
              <a:xfrm>
                <a:off x="9059963" y="1121563"/>
                <a:ext cx="541338" cy="812800"/>
              </a:xfrm>
              <a:custGeom>
                <a:rect b="b" l="l" r="r" t="t"/>
                <a:pathLst>
                  <a:path extrusionOk="0" h="267" w="178">
                    <a:moveTo>
                      <a:pt x="60" y="250"/>
                    </a:moveTo>
                    <a:cubicBezTo>
                      <a:pt x="53" y="262"/>
                      <a:pt x="38" y="267"/>
                      <a:pt x="26" y="260"/>
                    </a:cubicBezTo>
                    <a:cubicBezTo>
                      <a:pt x="17" y="256"/>
                      <a:pt x="17" y="256"/>
                      <a:pt x="17" y="256"/>
                    </a:cubicBezTo>
                    <a:cubicBezTo>
                      <a:pt x="5" y="249"/>
                      <a:pt x="0" y="234"/>
                      <a:pt x="7" y="221"/>
                    </a:cubicBezTo>
                    <a:cubicBezTo>
                      <a:pt x="118" y="17"/>
                      <a:pt x="118" y="17"/>
                      <a:pt x="118" y="17"/>
                    </a:cubicBezTo>
                    <a:cubicBezTo>
                      <a:pt x="124" y="4"/>
                      <a:pt x="140" y="0"/>
                      <a:pt x="152" y="6"/>
                    </a:cubicBezTo>
                    <a:cubicBezTo>
                      <a:pt x="161" y="11"/>
                      <a:pt x="161" y="11"/>
                      <a:pt x="161" y="11"/>
                    </a:cubicBezTo>
                    <a:cubicBezTo>
                      <a:pt x="173" y="18"/>
                      <a:pt x="178" y="33"/>
                      <a:pt x="171" y="45"/>
                    </a:cubicBezTo>
                    <a:lnTo>
                      <a:pt x="60" y="25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2" name="Google Shape;572;p17"/>
              <p:cNvSpPr/>
              <p:nvPr/>
            </p:nvSpPr>
            <p:spPr>
              <a:xfrm>
                <a:off x="9264751" y="1231100"/>
                <a:ext cx="541338" cy="812800"/>
              </a:xfrm>
              <a:custGeom>
                <a:rect b="b" l="l" r="r" t="t"/>
                <a:pathLst>
                  <a:path extrusionOk="0" h="267" w="178">
                    <a:moveTo>
                      <a:pt x="60" y="250"/>
                    </a:moveTo>
                    <a:cubicBezTo>
                      <a:pt x="53" y="263"/>
                      <a:pt x="38" y="267"/>
                      <a:pt x="26" y="261"/>
                    </a:cubicBezTo>
                    <a:cubicBezTo>
                      <a:pt x="17" y="256"/>
                      <a:pt x="17" y="256"/>
                      <a:pt x="17" y="256"/>
                    </a:cubicBezTo>
                    <a:cubicBezTo>
                      <a:pt x="5" y="249"/>
                      <a:pt x="0" y="234"/>
                      <a:pt x="7" y="222"/>
                    </a:cubicBezTo>
                    <a:cubicBezTo>
                      <a:pt x="118" y="17"/>
                      <a:pt x="118" y="17"/>
                      <a:pt x="118" y="17"/>
                    </a:cubicBezTo>
                    <a:cubicBezTo>
                      <a:pt x="124" y="5"/>
                      <a:pt x="140" y="0"/>
                      <a:pt x="152" y="7"/>
                    </a:cubicBezTo>
                    <a:cubicBezTo>
                      <a:pt x="161" y="11"/>
                      <a:pt x="161" y="11"/>
                      <a:pt x="161" y="11"/>
                    </a:cubicBezTo>
                    <a:cubicBezTo>
                      <a:pt x="173" y="18"/>
                      <a:pt x="178" y="33"/>
                      <a:pt x="171" y="46"/>
                    </a:cubicBezTo>
                    <a:lnTo>
                      <a:pt x="60" y="25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73" name="Google Shape;573;p17"/>
            <p:cNvSpPr/>
            <p:nvPr/>
          </p:nvSpPr>
          <p:spPr>
            <a:xfrm>
              <a:off x="8728549" y="68237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17"/>
            <p:cNvSpPr/>
            <p:nvPr/>
          </p:nvSpPr>
          <p:spPr>
            <a:xfrm>
              <a:off x="250948" y="367570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75" name="Google Shape;575;p17"/>
            <p:cNvGrpSpPr/>
            <p:nvPr/>
          </p:nvGrpSpPr>
          <p:grpSpPr>
            <a:xfrm rot="5170212">
              <a:off x="7682447" y="-136787"/>
              <a:ext cx="724444" cy="513314"/>
              <a:chOff x="6180688" y="2320538"/>
              <a:chExt cx="1149350" cy="814387"/>
            </a:xfrm>
          </p:grpSpPr>
          <p:sp>
            <p:nvSpPr>
              <p:cNvPr id="576" name="Google Shape;576;p17"/>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7" name="Google Shape;577;p17"/>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8" name="Google Shape;578;p17"/>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17"/>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0" name="Google Shape;580;p17"/>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17"/>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2" name="Google Shape;582;p17"/>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83" name="Google Shape;583;p17"/>
            <p:cNvGrpSpPr/>
            <p:nvPr/>
          </p:nvGrpSpPr>
          <p:grpSpPr>
            <a:xfrm rot="-9239232">
              <a:off x="8759267" y="-188260"/>
              <a:ext cx="1144480" cy="877950"/>
              <a:chOff x="6729413" y="2840263"/>
              <a:chExt cx="742950" cy="569913"/>
            </a:xfrm>
          </p:grpSpPr>
          <p:sp>
            <p:nvSpPr>
              <p:cNvPr id="584" name="Google Shape;584;p17"/>
              <p:cNvSpPr/>
              <p:nvPr/>
            </p:nvSpPr>
            <p:spPr>
              <a:xfrm>
                <a:off x="7326313" y="2840263"/>
                <a:ext cx="146050" cy="122238"/>
              </a:xfrm>
              <a:custGeom>
                <a:rect b="b" l="l" r="r" t="t"/>
                <a:pathLst>
                  <a:path extrusionOk="0" h="47" w="56">
                    <a:moveTo>
                      <a:pt x="41" y="20"/>
                    </a:moveTo>
                    <a:cubicBezTo>
                      <a:pt x="56" y="0"/>
                      <a:pt x="56" y="0"/>
                      <a:pt x="56" y="0"/>
                    </a:cubicBezTo>
                    <a:cubicBezTo>
                      <a:pt x="33" y="9"/>
                      <a:pt x="33" y="9"/>
                      <a:pt x="33" y="9"/>
                    </a:cubicBezTo>
                    <a:cubicBezTo>
                      <a:pt x="13" y="17"/>
                      <a:pt x="13" y="17"/>
                      <a:pt x="13" y="17"/>
                    </a:cubicBezTo>
                    <a:cubicBezTo>
                      <a:pt x="11" y="18"/>
                      <a:pt x="9" y="19"/>
                      <a:pt x="8" y="20"/>
                    </a:cubicBezTo>
                    <a:cubicBezTo>
                      <a:pt x="0" y="26"/>
                      <a:pt x="0" y="26"/>
                      <a:pt x="0" y="26"/>
                    </a:cubicBezTo>
                    <a:cubicBezTo>
                      <a:pt x="16" y="47"/>
                      <a:pt x="16" y="47"/>
                      <a:pt x="16" y="47"/>
                    </a:cubicBezTo>
                    <a:cubicBezTo>
                      <a:pt x="23" y="41"/>
                      <a:pt x="23" y="41"/>
                      <a:pt x="23" y="41"/>
                    </a:cubicBezTo>
                    <a:cubicBezTo>
                      <a:pt x="25" y="40"/>
                      <a:pt x="27" y="38"/>
                      <a:pt x="28" y="37"/>
                    </a:cubicBezTo>
                    <a:lnTo>
                      <a:pt x="41" y="2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17"/>
              <p:cNvSpPr/>
              <p:nvPr/>
            </p:nvSpPr>
            <p:spPr>
              <a:xfrm>
                <a:off x="7423150" y="2840263"/>
                <a:ext cx="49213" cy="33338"/>
              </a:xfrm>
              <a:custGeom>
                <a:rect b="b" l="l" r="r" t="t"/>
                <a:pathLst>
                  <a:path extrusionOk="0" h="21" w="31">
                    <a:moveTo>
                      <a:pt x="0" y="13"/>
                    </a:moveTo>
                    <a:lnTo>
                      <a:pt x="16" y="21"/>
                    </a:lnTo>
                    <a:lnTo>
                      <a:pt x="31"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17"/>
              <p:cNvSpPr/>
              <p:nvPr/>
            </p:nvSpPr>
            <p:spPr>
              <a:xfrm>
                <a:off x="6835775" y="2892650"/>
                <a:ext cx="525463" cy="403225"/>
              </a:xfrm>
              <a:custGeom>
                <a:rect b="b" l="l" r="r" t="t"/>
                <a:pathLst>
                  <a:path extrusionOk="0" h="155" w="202">
                    <a:moveTo>
                      <a:pt x="5" y="155"/>
                    </a:moveTo>
                    <a:cubicBezTo>
                      <a:pt x="0" y="148"/>
                      <a:pt x="0" y="148"/>
                      <a:pt x="0" y="148"/>
                    </a:cubicBezTo>
                    <a:cubicBezTo>
                      <a:pt x="195" y="2"/>
                      <a:pt x="195" y="2"/>
                      <a:pt x="195" y="2"/>
                    </a:cubicBezTo>
                    <a:cubicBezTo>
                      <a:pt x="197" y="0"/>
                      <a:pt x="199" y="1"/>
                      <a:pt x="201" y="3"/>
                    </a:cubicBezTo>
                    <a:cubicBezTo>
                      <a:pt x="202" y="5"/>
                      <a:pt x="202" y="7"/>
                      <a:pt x="200" y="9"/>
                    </a:cubicBezTo>
                    <a:lnTo>
                      <a:pt x="5" y="15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7" name="Google Shape;587;p17"/>
              <p:cNvSpPr/>
              <p:nvPr/>
            </p:nvSpPr>
            <p:spPr>
              <a:xfrm>
                <a:off x="6861175" y="2929163"/>
                <a:ext cx="528638" cy="403225"/>
              </a:xfrm>
              <a:custGeom>
                <a:rect b="b" l="l" r="r" t="t"/>
                <a:pathLst>
                  <a:path extrusionOk="0" h="155" w="203">
                    <a:moveTo>
                      <a:pt x="5" y="155"/>
                    </a:moveTo>
                    <a:cubicBezTo>
                      <a:pt x="0" y="148"/>
                      <a:pt x="0" y="148"/>
                      <a:pt x="0" y="148"/>
                    </a:cubicBezTo>
                    <a:cubicBezTo>
                      <a:pt x="195" y="2"/>
                      <a:pt x="195" y="2"/>
                      <a:pt x="195" y="2"/>
                    </a:cubicBezTo>
                    <a:cubicBezTo>
                      <a:pt x="197" y="0"/>
                      <a:pt x="200" y="1"/>
                      <a:pt x="201" y="3"/>
                    </a:cubicBezTo>
                    <a:cubicBezTo>
                      <a:pt x="203" y="5"/>
                      <a:pt x="202" y="7"/>
                      <a:pt x="200" y="9"/>
                    </a:cubicBezTo>
                    <a:lnTo>
                      <a:pt x="5" y="15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8" name="Google Shape;588;p17"/>
              <p:cNvSpPr/>
              <p:nvPr/>
            </p:nvSpPr>
            <p:spPr>
              <a:xfrm>
                <a:off x="6845300" y="2910113"/>
                <a:ext cx="531813" cy="406400"/>
              </a:xfrm>
              <a:custGeom>
                <a:rect b="b" l="l" r="r" t="t"/>
                <a:pathLst>
                  <a:path extrusionOk="0" h="156" w="204">
                    <a:moveTo>
                      <a:pt x="7" y="156"/>
                    </a:moveTo>
                    <a:cubicBezTo>
                      <a:pt x="0" y="147"/>
                      <a:pt x="0" y="147"/>
                      <a:pt x="0" y="147"/>
                    </a:cubicBezTo>
                    <a:cubicBezTo>
                      <a:pt x="194" y="1"/>
                      <a:pt x="194" y="1"/>
                      <a:pt x="194" y="1"/>
                    </a:cubicBezTo>
                    <a:cubicBezTo>
                      <a:pt x="196" y="0"/>
                      <a:pt x="200" y="0"/>
                      <a:pt x="202" y="3"/>
                    </a:cubicBezTo>
                    <a:cubicBezTo>
                      <a:pt x="204" y="5"/>
                      <a:pt x="203" y="9"/>
                      <a:pt x="201" y="11"/>
                    </a:cubicBezTo>
                    <a:lnTo>
                      <a:pt x="7" y="1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17"/>
              <p:cNvSpPr/>
              <p:nvPr/>
            </p:nvSpPr>
            <p:spPr>
              <a:xfrm>
                <a:off x="6781800" y="3303813"/>
                <a:ext cx="92075" cy="82550"/>
              </a:xfrm>
              <a:custGeom>
                <a:rect b="b" l="l" r="r" t="t"/>
                <a:pathLst>
                  <a:path extrusionOk="0" h="52" w="58">
                    <a:moveTo>
                      <a:pt x="13" y="52"/>
                    </a:moveTo>
                    <a:lnTo>
                      <a:pt x="0" y="34"/>
                    </a:lnTo>
                    <a:lnTo>
                      <a:pt x="47" y="0"/>
                    </a:lnTo>
                    <a:lnTo>
                      <a:pt x="58" y="18"/>
                    </a:lnTo>
                    <a:lnTo>
                      <a:pt x="13" y="5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17"/>
              <p:cNvSpPr/>
              <p:nvPr/>
            </p:nvSpPr>
            <p:spPr>
              <a:xfrm>
                <a:off x="6729413" y="3332388"/>
                <a:ext cx="73025" cy="77788"/>
              </a:xfrm>
              <a:custGeom>
                <a:rect b="b" l="l" r="r" t="t"/>
                <a:pathLst>
                  <a:path extrusionOk="0" h="30" w="28">
                    <a:moveTo>
                      <a:pt x="13" y="28"/>
                    </a:moveTo>
                    <a:cubicBezTo>
                      <a:pt x="2" y="13"/>
                      <a:pt x="2" y="13"/>
                      <a:pt x="2" y="13"/>
                    </a:cubicBezTo>
                    <a:cubicBezTo>
                      <a:pt x="0" y="11"/>
                      <a:pt x="1" y="9"/>
                      <a:pt x="2" y="8"/>
                    </a:cubicBezTo>
                    <a:cubicBezTo>
                      <a:pt x="13" y="0"/>
                      <a:pt x="13" y="0"/>
                      <a:pt x="13" y="0"/>
                    </a:cubicBezTo>
                    <a:cubicBezTo>
                      <a:pt x="28" y="21"/>
                      <a:pt x="28" y="21"/>
                      <a:pt x="28" y="21"/>
                    </a:cubicBezTo>
                    <a:cubicBezTo>
                      <a:pt x="18" y="28"/>
                      <a:pt x="18" y="28"/>
                      <a:pt x="18" y="28"/>
                    </a:cubicBezTo>
                    <a:cubicBezTo>
                      <a:pt x="16" y="30"/>
                      <a:pt x="14" y="29"/>
                      <a:pt x="13" y="28"/>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17"/>
              <p:cNvSpPr/>
              <p:nvPr/>
            </p:nvSpPr>
            <p:spPr>
              <a:xfrm>
                <a:off x="6767513" y="3210150"/>
                <a:ext cx="0" cy="0"/>
              </a:xfrm>
              <a:custGeom>
                <a:rect b="b" l="l" r="r" t="t"/>
                <a:pathLst>
                  <a:path extrusionOk="0" h="120000" w="120000">
                    <a:moveTo>
                      <a:pt x="0" y="0"/>
                    </a:moveTo>
                    <a:cubicBezTo>
                      <a:pt x="0" y="0"/>
                      <a:pt x="0" y="0"/>
                      <a:pt x="0" y="0"/>
                    </a:cubicBezTo>
                    <a:cubicBezTo>
                      <a:pt x="0" y="0"/>
                      <a:pt x="0" y="0"/>
                      <a:pt x="0" y="0"/>
                    </a:cubicBezTo>
                  </a:path>
                </a:pathLst>
              </a:custGeom>
              <a:solidFill>
                <a:srgbClr val="FFECC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17"/>
              <p:cNvSpPr/>
              <p:nvPr/>
            </p:nvSpPr>
            <p:spPr>
              <a:xfrm>
                <a:off x="6762750" y="3276825"/>
                <a:ext cx="111125" cy="109538"/>
              </a:xfrm>
              <a:custGeom>
                <a:rect b="b" l="l" r="r" t="t"/>
                <a:pathLst>
                  <a:path extrusionOk="0" h="69" w="70">
                    <a:moveTo>
                      <a:pt x="25" y="69"/>
                    </a:moveTo>
                    <a:lnTo>
                      <a:pt x="0" y="35"/>
                    </a:lnTo>
                    <a:lnTo>
                      <a:pt x="46" y="0"/>
                    </a:lnTo>
                    <a:lnTo>
                      <a:pt x="70" y="35"/>
                    </a:lnTo>
                    <a:lnTo>
                      <a:pt x="25" y="6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
    <p:spTree>
      <p:nvGrpSpPr>
        <p:cNvPr id="593" name="Shape 593"/>
        <p:cNvGrpSpPr/>
        <p:nvPr/>
      </p:nvGrpSpPr>
      <p:grpSpPr>
        <a:xfrm>
          <a:off x="0" y="0"/>
          <a:ext cx="0" cy="0"/>
          <a:chOff x="0" y="0"/>
          <a:chExt cx="0" cy="0"/>
        </a:xfrm>
      </p:grpSpPr>
      <p:pic>
        <p:nvPicPr>
          <p:cNvPr id="594" name="Google Shape;594;p18"/>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595" name="Google Shape;595;p18"/>
          <p:cNvSpPr txBox="1"/>
          <p:nvPr>
            <p:ph type="title"/>
          </p:nvPr>
        </p:nvSpPr>
        <p:spPr>
          <a:xfrm>
            <a:off x="713225" y="5974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grpSp>
        <p:nvGrpSpPr>
          <p:cNvPr id="596" name="Google Shape;596;p18"/>
          <p:cNvGrpSpPr/>
          <p:nvPr/>
        </p:nvGrpSpPr>
        <p:grpSpPr>
          <a:xfrm>
            <a:off x="-529190" y="278875"/>
            <a:ext cx="10202325" cy="5469442"/>
            <a:chOff x="-493653" y="162250"/>
            <a:chExt cx="10202325" cy="5469442"/>
          </a:xfrm>
        </p:grpSpPr>
        <p:grpSp>
          <p:nvGrpSpPr>
            <p:cNvPr id="597" name="Google Shape;597;p18"/>
            <p:cNvGrpSpPr/>
            <p:nvPr/>
          </p:nvGrpSpPr>
          <p:grpSpPr>
            <a:xfrm rot="4441883">
              <a:off x="1025038" y="4660429"/>
              <a:ext cx="363995" cy="216192"/>
              <a:chOff x="6191763" y="4215150"/>
              <a:chExt cx="261938" cy="155576"/>
            </a:xfrm>
          </p:grpSpPr>
          <p:sp>
            <p:nvSpPr>
              <p:cNvPr id="598" name="Google Shape;598;p18"/>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9" name="Google Shape;599;p18"/>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00" name="Google Shape;600;p18"/>
            <p:cNvGrpSpPr/>
            <p:nvPr/>
          </p:nvGrpSpPr>
          <p:grpSpPr>
            <a:xfrm rot="-3517380">
              <a:off x="8280992" y="426290"/>
              <a:ext cx="1023286" cy="1521838"/>
              <a:chOff x="10437913" y="1585525"/>
              <a:chExt cx="1489075" cy="2214563"/>
            </a:xfrm>
          </p:grpSpPr>
          <p:sp>
            <p:nvSpPr>
              <p:cNvPr id="601" name="Google Shape;601;p18"/>
              <p:cNvSpPr/>
              <p:nvPr/>
            </p:nvSpPr>
            <p:spPr>
              <a:xfrm>
                <a:off x="10437913" y="2311013"/>
                <a:ext cx="1074738" cy="1489075"/>
              </a:xfrm>
              <a:custGeom>
                <a:rect b="b" l="l" r="r" t="t"/>
                <a:pathLst>
                  <a:path extrusionOk="0" h="489" w="353">
                    <a:moveTo>
                      <a:pt x="35" y="475"/>
                    </a:moveTo>
                    <a:cubicBezTo>
                      <a:pt x="28" y="485"/>
                      <a:pt x="21" y="489"/>
                      <a:pt x="12" y="483"/>
                    </a:cubicBezTo>
                    <a:cubicBezTo>
                      <a:pt x="10" y="481"/>
                      <a:pt x="10" y="481"/>
                      <a:pt x="10" y="481"/>
                    </a:cubicBezTo>
                    <a:cubicBezTo>
                      <a:pt x="0" y="475"/>
                      <a:pt x="2" y="467"/>
                      <a:pt x="8" y="457"/>
                    </a:cubicBezTo>
                    <a:cubicBezTo>
                      <a:pt x="298" y="10"/>
                      <a:pt x="298" y="10"/>
                      <a:pt x="298" y="10"/>
                    </a:cubicBezTo>
                    <a:cubicBezTo>
                      <a:pt x="304" y="0"/>
                      <a:pt x="316" y="4"/>
                      <a:pt x="326" y="11"/>
                    </a:cubicBezTo>
                    <a:cubicBezTo>
                      <a:pt x="335" y="17"/>
                      <a:pt x="335" y="17"/>
                      <a:pt x="335" y="17"/>
                    </a:cubicBezTo>
                    <a:cubicBezTo>
                      <a:pt x="345" y="24"/>
                      <a:pt x="353" y="33"/>
                      <a:pt x="346" y="43"/>
                    </a:cubicBezTo>
                    <a:lnTo>
                      <a:pt x="35" y="4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18"/>
              <p:cNvSpPr/>
              <p:nvPr/>
            </p:nvSpPr>
            <p:spPr>
              <a:xfrm>
                <a:off x="11293575" y="1976050"/>
                <a:ext cx="436563" cy="530225"/>
              </a:xfrm>
              <a:custGeom>
                <a:rect b="b" l="l" r="r" t="t"/>
                <a:pathLst>
                  <a:path extrusionOk="0" h="174" w="143">
                    <a:moveTo>
                      <a:pt x="62" y="164"/>
                    </a:moveTo>
                    <a:cubicBezTo>
                      <a:pt x="55" y="174"/>
                      <a:pt x="48" y="167"/>
                      <a:pt x="38" y="160"/>
                    </a:cubicBezTo>
                    <a:cubicBezTo>
                      <a:pt x="19" y="148"/>
                      <a:pt x="19" y="148"/>
                      <a:pt x="19" y="148"/>
                    </a:cubicBezTo>
                    <a:cubicBezTo>
                      <a:pt x="9" y="141"/>
                      <a:pt x="0" y="136"/>
                      <a:pt x="7" y="126"/>
                    </a:cubicBezTo>
                    <a:cubicBezTo>
                      <a:pt x="100" y="10"/>
                      <a:pt x="100" y="10"/>
                      <a:pt x="100" y="10"/>
                    </a:cubicBezTo>
                    <a:cubicBezTo>
                      <a:pt x="107" y="0"/>
                      <a:pt x="112" y="5"/>
                      <a:pt x="122" y="12"/>
                    </a:cubicBezTo>
                    <a:cubicBezTo>
                      <a:pt x="127" y="15"/>
                      <a:pt x="127" y="15"/>
                      <a:pt x="127" y="15"/>
                    </a:cubicBezTo>
                    <a:cubicBezTo>
                      <a:pt x="137" y="22"/>
                      <a:pt x="143" y="25"/>
                      <a:pt x="137" y="35"/>
                    </a:cubicBezTo>
                    <a:lnTo>
                      <a:pt x="62" y="16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18"/>
              <p:cNvSpPr/>
              <p:nvPr/>
            </p:nvSpPr>
            <p:spPr>
              <a:xfrm>
                <a:off x="11519000" y="1585525"/>
                <a:ext cx="407988" cy="630238"/>
              </a:xfrm>
              <a:custGeom>
                <a:rect b="b" l="l" r="r" t="t"/>
                <a:pathLst>
                  <a:path extrusionOk="0" h="207" w="134">
                    <a:moveTo>
                      <a:pt x="42" y="149"/>
                    </a:moveTo>
                    <a:cubicBezTo>
                      <a:pt x="0" y="121"/>
                      <a:pt x="16" y="93"/>
                      <a:pt x="44" y="76"/>
                    </a:cubicBezTo>
                    <a:cubicBezTo>
                      <a:pt x="71" y="58"/>
                      <a:pt x="119" y="34"/>
                      <a:pt x="134" y="0"/>
                    </a:cubicBezTo>
                    <a:cubicBezTo>
                      <a:pt x="121" y="53"/>
                      <a:pt x="128" y="207"/>
                      <a:pt x="42" y="14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4" name="Google Shape;604;p18"/>
              <p:cNvSpPr/>
              <p:nvPr/>
            </p:nvSpPr>
            <p:spPr>
              <a:xfrm>
                <a:off x="11641238" y="1720463"/>
                <a:ext cx="222250" cy="225425"/>
              </a:xfrm>
              <a:custGeom>
                <a:rect b="b" l="l" r="r" t="t"/>
                <a:pathLst>
                  <a:path extrusionOk="0" h="74" w="73">
                    <a:moveTo>
                      <a:pt x="73" y="0"/>
                    </a:moveTo>
                    <a:cubicBezTo>
                      <a:pt x="71" y="2"/>
                      <a:pt x="69" y="4"/>
                      <a:pt x="68" y="5"/>
                    </a:cubicBezTo>
                    <a:cubicBezTo>
                      <a:pt x="63" y="10"/>
                      <a:pt x="63" y="10"/>
                      <a:pt x="63" y="10"/>
                    </a:cubicBezTo>
                    <a:cubicBezTo>
                      <a:pt x="59" y="12"/>
                      <a:pt x="55" y="15"/>
                      <a:pt x="51" y="17"/>
                    </a:cubicBezTo>
                    <a:cubicBezTo>
                      <a:pt x="44" y="22"/>
                      <a:pt x="36" y="27"/>
                      <a:pt x="29" y="32"/>
                    </a:cubicBezTo>
                    <a:cubicBezTo>
                      <a:pt x="21" y="37"/>
                      <a:pt x="14" y="42"/>
                      <a:pt x="9" y="49"/>
                    </a:cubicBezTo>
                    <a:cubicBezTo>
                      <a:pt x="4" y="56"/>
                      <a:pt x="1" y="65"/>
                      <a:pt x="0" y="74"/>
                    </a:cubicBezTo>
                    <a:cubicBezTo>
                      <a:pt x="0" y="72"/>
                      <a:pt x="0" y="69"/>
                      <a:pt x="0" y="67"/>
                    </a:cubicBezTo>
                    <a:cubicBezTo>
                      <a:pt x="0" y="65"/>
                      <a:pt x="1" y="62"/>
                      <a:pt x="1" y="60"/>
                    </a:cubicBezTo>
                    <a:cubicBezTo>
                      <a:pt x="2" y="58"/>
                      <a:pt x="2" y="56"/>
                      <a:pt x="3" y="54"/>
                    </a:cubicBezTo>
                    <a:cubicBezTo>
                      <a:pt x="4" y="52"/>
                      <a:pt x="5" y="50"/>
                      <a:pt x="7" y="47"/>
                    </a:cubicBezTo>
                    <a:cubicBezTo>
                      <a:pt x="12" y="40"/>
                      <a:pt x="19" y="34"/>
                      <a:pt x="26" y="29"/>
                    </a:cubicBezTo>
                    <a:cubicBezTo>
                      <a:pt x="34" y="23"/>
                      <a:pt x="42" y="19"/>
                      <a:pt x="50" y="15"/>
                    </a:cubicBezTo>
                    <a:cubicBezTo>
                      <a:pt x="58" y="10"/>
                      <a:pt x="65" y="6"/>
                      <a:pt x="73"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18"/>
              <p:cNvSpPr/>
              <p:nvPr/>
            </p:nvSpPr>
            <p:spPr>
              <a:xfrm>
                <a:off x="11653938" y="1764913"/>
                <a:ext cx="200025" cy="228600"/>
              </a:xfrm>
              <a:custGeom>
                <a:rect b="b" l="l" r="r" t="t"/>
                <a:pathLst>
                  <a:path extrusionOk="0" h="75" w="66">
                    <a:moveTo>
                      <a:pt x="66" y="0"/>
                    </a:moveTo>
                    <a:cubicBezTo>
                      <a:pt x="57" y="15"/>
                      <a:pt x="47" y="28"/>
                      <a:pt x="36" y="40"/>
                    </a:cubicBezTo>
                    <a:cubicBezTo>
                      <a:pt x="25" y="53"/>
                      <a:pt x="13" y="64"/>
                      <a:pt x="0" y="75"/>
                    </a:cubicBezTo>
                    <a:cubicBezTo>
                      <a:pt x="11" y="62"/>
                      <a:pt x="22" y="50"/>
                      <a:pt x="33" y="38"/>
                    </a:cubicBezTo>
                    <a:cubicBezTo>
                      <a:pt x="44" y="25"/>
                      <a:pt x="55" y="13"/>
                      <a:pt x="66"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6" name="Google Shape;606;p18"/>
              <p:cNvSpPr/>
              <p:nvPr/>
            </p:nvSpPr>
            <p:spPr>
              <a:xfrm>
                <a:off x="11707913" y="1817300"/>
                <a:ext cx="149225" cy="212725"/>
              </a:xfrm>
              <a:custGeom>
                <a:rect b="b" l="l" r="r" t="t"/>
                <a:pathLst>
                  <a:path extrusionOk="0" h="70" w="49">
                    <a:moveTo>
                      <a:pt x="49" y="0"/>
                    </a:moveTo>
                    <a:cubicBezTo>
                      <a:pt x="45" y="15"/>
                      <a:pt x="42" y="30"/>
                      <a:pt x="35" y="43"/>
                    </a:cubicBezTo>
                    <a:cubicBezTo>
                      <a:pt x="32" y="50"/>
                      <a:pt x="27" y="57"/>
                      <a:pt x="21" y="62"/>
                    </a:cubicBezTo>
                    <a:cubicBezTo>
                      <a:pt x="15" y="66"/>
                      <a:pt x="7" y="69"/>
                      <a:pt x="0" y="70"/>
                    </a:cubicBezTo>
                    <a:cubicBezTo>
                      <a:pt x="7" y="68"/>
                      <a:pt x="13" y="64"/>
                      <a:pt x="19" y="59"/>
                    </a:cubicBezTo>
                    <a:cubicBezTo>
                      <a:pt x="24" y="54"/>
                      <a:pt x="28" y="48"/>
                      <a:pt x="32" y="42"/>
                    </a:cubicBezTo>
                    <a:cubicBezTo>
                      <a:pt x="38" y="29"/>
                      <a:pt x="42" y="14"/>
                      <a:pt x="49"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07" name="Google Shape;607;p18"/>
            <p:cNvSpPr/>
            <p:nvPr/>
          </p:nvSpPr>
          <p:spPr>
            <a:xfrm>
              <a:off x="8831348" y="16225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08" name="Google Shape;608;p18"/>
            <p:cNvGrpSpPr/>
            <p:nvPr/>
          </p:nvGrpSpPr>
          <p:grpSpPr>
            <a:xfrm rot="3631389">
              <a:off x="-208254" y="4133383"/>
              <a:ext cx="1159209" cy="1332017"/>
              <a:chOff x="5652063" y="1771263"/>
              <a:chExt cx="1714500" cy="1970087"/>
            </a:xfrm>
          </p:grpSpPr>
          <p:sp>
            <p:nvSpPr>
              <p:cNvPr id="609" name="Google Shape;609;p18"/>
              <p:cNvSpPr/>
              <p:nvPr/>
            </p:nvSpPr>
            <p:spPr>
              <a:xfrm>
                <a:off x="6272775" y="3138100"/>
                <a:ext cx="1093788" cy="603250"/>
              </a:xfrm>
              <a:custGeom>
                <a:rect b="b" l="l" r="r" t="t"/>
                <a:pathLst>
                  <a:path extrusionOk="0" h="380" w="689">
                    <a:moveTo>
                      <a:pt x="689" y="83"/>
                    </a:moveTo>
                    <a:lnTo>
                      <a:pt x="39" y="380"/>
                    </a:lnTo>
                    <a:lnTo>
                      <a:pt x="0" y="296"/>
                    </a:lnTo>
                    <a:lnTo>
                      <a:pt x="650" y="0"/>
                    </a:lnTo>
                    <a:lnTo>
                      <a:pt x="689" y="83"/>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0" name="Google Shape;610;p18"/>
              <p:cNvSpPr/>
              <p:nvPr/>
            </p:nvSpPr>
            <p:spPr>
              <a:xfrm>
                <a:off x="6348975" y="3233350"/>
                <a:ext cx="962025" cy="457200"/>
              </a:xfrm>
              <a:custGeom>
                <a:rect b="b" l="l" r="r" t="t"/>
                <a:pathLst>
                  <a:path extrusionOk="0" h="288" w="606">
                    <a:moveTo>
                      <a:pt x="606" y="15"/>
                    </a:moveTo>
                    <a:lnTo>
                      <a:pt x="8" y="288"/>
                    </a:lnTo>
                    <a:lnTo>
                      <a:pt x="0" y="272"/>
                    </a:lnTo>
                    <a:lnTo>
                      <a:pt x="600" y="0"/>
                    </a:lnTo>
                    <a:lnTo>
                      <a:pt x="606" y="1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1" name="Google Shape;611;p18"/>
              <p:cNvSpPr/>
              <p:nvPr/>
            </p:nvSpPr>
            <p:spPr>
              <a:xfrm>
                <a:off x="5652063" y="1771263"/>
                <a:ext cx="1671638" cy="1873250"/>
              </a:xfrm>
              <a:custGeom>
                <a:rect b="b" l="l" r="r" t="t"/>
                <a:pathLst>
                  <a:path extrusionOk="0" h="1180" w="1053">
                    <a:moveTo>
                      <a:pt x="1053" y="882"/>
                    </a:moveTo>
                    <a:lnTo>
                      <a:pt x="403" y="1180"/>
                    </a:lnTo>
                    <a:lnTo>
                      <a:pt x="0" y="297"/>
                    </a:lnTo>
                    <a:lnTo>
                      <a:pt x="650" y="0"/>
                    </a:lnTo>
                    <a:lnTo>
                      <a:pt x="1053" y="88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2" name="Google Shape;612;p18"/>
              <p:cNvSpPr/>
              <p:nvPr/>
            </p:nvSpPr>
            <p:spPr>
              <a:xfrm>
                <a:off x="5996550" y="2139563"/>
                <a:ext cx="747713" cy="617538"/>
              </a:xfrm>
              <a:custGeom>
                <a:rect b="b" l="l" r="r" t="t"/>
                <a:pathLst>
                  <a:path extrusionOk="0" h="389" w="471">
                    <a:moveTo>
                      <a:pt x="471" y="221"/>
                    </a:moveTo>
                    <a:lnTo>
                      <a:pt x="101" y="389"/>
                    </a:lnTo>
                    <a:lnTo>
                      <a:pt x="0" y="169"/>
                    </a:lnTo>
                    <a:lnTo>
                      <a:pt x="370" y="0"/>
                    </a:lnTo>
                    <a:lnTo>
                      <a:pt x="471" y="221"/>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3" name="Google Shape;613;p18"/>
              <p:cNvSpPr/>
              <p:nvPr/>
            </p:nvSpPr>
            <p:spPr>
              <a:xfrm>
                <a:off x="6129900" y="2331650"/>
                <a:ext cx="481013" cy="236538"/>
              </a:xfrm>
              <a:custGeom>
                <a:rect b="b" l="l" r="r" t="t"/>
                <a:pathLst>
                  <a:path extrusionOk="0" h="149" w="303">
                    <a:moveTo>
                      <a:pt x="303" y="13"/>
                    </a:moveTo>
                    <a:lnTo>
                      <a:pt x="6" y="149"/>
                    </a:lnTo>
                    <a:lnTo>
                      <a:pt x="0" y="134"/>
                    </a:lnTo>
                    <a:lnTo>
                      <a:pt x="295" y="0"/>
                    </a:lnTo>
                    <a:lnTo>
                      <a:pt x="303" y="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4" name="Google Shape;614;p18"/>
              <p:cNvSpPr/>
              <p:nvPr/>
            </p:nvSpPr>
            <p:spPr>
              <a:xfrm>
                <a:off x="6090213" y="2249100"/>
                <a:ext cx="481013" cy="238125"/>
              </a:xfrm>
              <a:custGeom>
                <a:rect b="b" l="l" r="r" t="t"/>
                <a:pathLst>
                  <a:path extrusionOk="0" h="150" w="303">
                    <a:moveTo>
                      <a:pt x="303" y="13"/>
                    </a:moveTo>
                    <a:lnTo>
                      <a:pt x="8" y="150"/>
                    </a:lnTo>
                    <a:lnTo>
                      <a:pt x="0" y="134"/>
                    </a:lnTo>
                    <a:lnTo>
                      <a:pt x="297" y="0"/>
                    </a:lnTo>
                    <a:lnTo>
                      <a:pt x="303" y="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5" name="Google Shape;615;p18"/>
              <p:cNvSpPr/>
              <p:nvPr/>
            </p:nvSpPr>
            <p:spPr>
              <a:xfrm>
                <a:off x="6166413" y="2414200"/>
                <a:ext cx="481013" cy="236538"/>
              </a:xfrm>
              <a:custGeom>
                <a:rect b="b" l="l" r="r" t="t"/>
                <a:pathLst>
                  <a:path extrusionOk="0" h="149" w="303">
                    <a:moveTo>
                      <a:pt x="303" y="13"/>
                    </a:moveTo>
                    <a:lnTo>
                      <a:pt x="8" y="149"/>
                    </a:lnTo>
                    <a:lnTo>
                      <a:pt x="0" y="134"/>
                    </a:lnTo>
                    <a:lnTo>
                      <a:pt x="295" y="0"/>
                    </a:lnTo>
                    <a:lnTo>
                      <a:pt x="303" y="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6" name="Google Shape;616;p18"/>
              <p:cNvSpPr/>
              <p:nvPr/>
            </p:nvSpPr>
            <p:spPr>
              <a:xfrm>
                <a:off x="5685400" y="2465000"/>
                <a:ext cx="195263" cy="125413"/>
              </a:xfrm>
              <a:custGeom>
                <a:rect b="b" l="l" r="r" t="t"/>
                <a:pathLst>
                  <a:path extrusionOk="0" h="41" w="64">
                    <a:moveTo>
                      <a:pt x="61" y="7"/>
                    </a:moveTo>
                    <a:cubicBezTo>
                      <a:pt x="64" y="12"/>
                      <a:pt x="61" y="17"/>
                      <a:pt x="57" y="20"/>
                    </a:cubicBezTo>
                    <a:cubicBezTo>
                      <a:pt x="15" y="39"/>
                      <a:pt x="15" y="39"/>
                      <a:pt x="15" y="39"/>
                    </a:cubicBezTo>
                    <a:cubicBezTo>
                      <a:pt x="10" y="41"/>
                      <a:pt x="4" y="39"/>
                      <a:pt x="2" y="34"/>
                    </a:cubicBezTo>
                    <a:cubicBezTo>
                      <a:pt x="0" y="29"/>
                      <a:pt x="2" y="23"/>
                      <a:pt x="7" y="21"/>
                    </a:cubicBezTo>
                    <a:cubicBezTo>
                      <a:pt x="49" y="2"/>
                      <a:pt x="49" y="2"/>
                      <a:pt x="49" y="2"/>
                    </a:cubicBezTo>
                    <a:cubicBezTo>
                      <a:pt x="53"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7" name="Google Shape;617;p18"/>
              <p:cNvSpPr/>
              <p:nvPr/>
            </p:nvSpPr>
            <p:spPr>
              <a:xfrm>
                <a:off x="5728263" y="2560250"/>
                <a:ext cx="195263" cy="123825"/>
              </a:xfrm>
              <a:custGeom>
                <a:rect b="b" l="l" r="r" t="t"/>
                <a:pathLst>
                  <a:path extrusionOk="0" h="41" w="64">
                    <a:moveTo>
                      <a:pt x="61" y="7"/>
                    </a:moveTo>
                    <a:cubicBezTo>
                      <a:pt x="64" y="12"/>
                      <a:pt x="61" y="17"/>
                      <a:pt x="57" y="20"/>
                    </a:cubicBezTo>
                    <a:cubicBezTo>
                      <a:pt x="15" y="39"/>
                      <a:pt x="15" y="39"/>
                      <a:pt x="15" y="39"/>
                    </a:cubicBezTo>
                    <a:cubicBezTo>
                      <a:pt x="10" y="41"/>
                      <a:pt x="4" y="39"/>
                      <a:pt x="2" y="34"/>
                    </a:cubicBezTo>
                    <a:cubicBezTo>
                      <a:pt x="0" y="29"/>
                      <a:pt x="2" y="23"/>
                      <a:pt x="7" y="21"/>
                    </a:cubicBezTo>
                    <a:cubicBezTo>
                      <a:pt x="49" y="2"/>
                      <a:pt x="49" y="2"/>
                      <a:pt x="49" y="2"/>
                    </a:cubicBezTo>
                    <a:cubicBezTo>
                      <a:pt x="53"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8" name="Google Shape;618;p18"/>
              <p:cNvSpPr/>
              <p:nvPr/>
            </p:nvSpPr>
            <p:spPr>
              <a:xfrm>
                <a:off x="5771125" y="2653913"/>
                <a:ext cx="193675" cy="125413"/>
              </a:xfrm>
              <a:custGeom>
                <a:rect b="b" l="l" r="r" t="t"/>
                <a:pathLst>
                  <a:path extrusionOk="0" h="41" w="64">
                    <a:moveTo>
                      <a:pt x="61" y="7"/>
                    </a:moveTo>
                    <a:cubicBezTo>
                      <a:pt x="64" y="11"/>
                      <a:pt x="62" y="17"/>
                      <a:pt x="57" y="19"/>
                    </a:cubicBezTo>
                    <a:cubicBezTo>
                      <a:pt x="15" y="38"/>
                      <a:pt x="15" y="38"/>
                      <a:pt x="15" y="38"/>
                    </a:cubicBezTo>
                    <a:cubicBezTo>
                      <a:pt x="10" y="41"/>
                      <a:pt x="5" y="38"/>
                      <a:pt x="2" y="34"/>
                    </a:cubicBezTo>
                    <a:cubicBezTo>
                      <a:pt x="0" y="29"/>
                      <a:pt x="2" y="23"/>
                      <a:pt x="7" y="21"/>
                    </a:cubicBezTo>
                    <a:cubicBezTo>
                      <a:pt x="49" y="2"/>
                      <a:pt x="49" y="2"/>
                      <a:pt x="49" y="2"/>
                    </a:cubicBezTo>
                    <a:cubicBezTo>
                      <a:pt x="54"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9" name="Google Shape;619;p18"/>
              <p:cNvSpPr/>
              <p:nvPr/>
            </p:nvSpPr>
            <p:spPr>
              <a:xfrm>
                <a:off x="5813988" y="2749163"/>
                <a:ext cx="193675" cy="120650"/>
              </a:xfrm>
              <a:custGeom>
                <a:rect b="b" l="l" r="r" t="t"/>
                <a:pathLst>
                  <a:path extrusionOk="0" h="40" w="64">
                    <a:moveTo>
                      <a:pt x="62" y="7"/>
                    </a:moveTo>
                    <a:cubicBezTo>
                      <a:pt x="64" y="11"/>
                      <a:pt x="62" y="17"/>
                      <a:pt x="57" y="19"/>
                    </a:cubicBezTo>
                    <a:cubicBezTo>
                      <a:pt x="15" y="38"/>
                      <a:pt x="15" y="38"/>
                      <a:pt x="15" y="38"/>
                    </a:cubicBezTo>
                    <a:cubicBezTo>
                      <a:pt x="10" y="40"/>
                      <a:pt x="5" y="38"/>
                      <a:pt x="2" y="33"/>
                    </a:cubicBezTo>
                    <a:cubicBezTo>
                      <a:pt x="0" y="29"/>
                      <a:pt x="2" y="23"/>
                      <a:pt x="7" y="21"/>
                    </a:cubicBezTo>
                    <a:cubicBezTo>
                      <a:pt x="49" y="2"/>
                      <a:pt x="49" y="2"/>
                      <a:pt x="49" y="2"/>
                    </a:cubicBezTo>
                    <a:cubicBezTo>
                      <a:pt x="54" y="0"/>
                      <a:pt x="59"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18"/>
              <p:cNvSpPr/>
              <p:nvPr/>
            </p:nvSpPr>
            <p:spPr>
              <a:xfrm>
                <a:off x="5855263" y="2839650"/>
                <a:ext cx="195263" cy="125413"/>
              </a:xfrm>
              <a:custGeom>
                <a:rect b="b" l="l" r="r" t="t"/>
                <a:pathLst>
                  <a:path extrusionOk="0" h="41" w="64">
                    <a:moveTo>
                      <a:pt x="62" y="7"/>
                    </a:moveTo>
                    <a:cubicBezTo>
                      <a:pt x="64" y="12"/>
                      <a:pt x="62" y="18"/>
                      <a:pt x="57" y="20"/>
                    </a:cubicBezTo>
                    <a:cubicBezTo>
                      <a:pt x="15" y="39"/>
                      <a:pt x="15" y="39"/>
                      <a:pt x="15" y="39"/>
                    </a:cubicBezTo>
                    <a:cubicBezTo>
                      <a:pt x="10" y="41"/>
                      <a:pt x="5" y="39"/>
                      <a:pt x="2" y="34"/>
                    </a:cubicBezTo>
                    <a:cubicBezTo>
                      <a:pt x="0" y="29"/>
                      <a:pt x="2" y="24"/>
                      <a:pt x="7" y="22"/>
                    </a:cubicBezTo>
                    <a:cubicBezTo>
                      <a:pt x="49" y="3"/>
                      <a:pt x="49" y="3"/>
                      <a:pt x="49" y="3"/>
                    </a:cubicBezTo>
                    <a:cubicBezTo>
                      <a:pt x="54" y="0"/>
                      <a:pt x="59" y="3"/>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1" name="Google Shape;621;p18"/>
              <p:cNvSpPr/>
              <p:nvPr/>
            </p:nvSpPr>
            <p:spPr>
              <a:xfrm>
                <a:off x="5898125" y="2934900"/>
                <a:ext cx="195263" cy="123825"/>
              </a:xfrm>
              <a:custGeom>
                <a:rect b="b" l="l" r="r" t="t"/>
                <a:pathLst>
                  <a:path extrusionOk="0" h="41" w="64">
                    <a:moveTo>
                      <a:pt x="62" y="7"/>
                    </a:moveTo>
                    <a:cubicBezTo>
                      <a:pt x="64" y="12"/>
                      <a:pt x="62" y="18"/>
                      <a:pt x="57" y="20"/>
                    </a:cubicBezTo>
                    <a:cubicBezTo>
                      <a:pt x="15" y="39"/>
                      <a:pt x="15" y="39"/>
                      <a:pt x="15" y="39"/>
                    </a:cubicBezTo>
                    <a:cubicBezTo>
                      <a:pt x="10" y="41"/>
                      <a:pt x="5" y="39"/>
                      <a:pt x="3" y="34"/>
                    </a:cubicBezTo>
                    <a:cubicBezTo>
                      <a:pt x="0" y="29"/>
                      <a:pt x="2" y="24"/>
                      <a:pt x="7" y="21"/>
                    </a:cubicBezTo>
                    <a:cubicBezTo>
                      <a:pt x="49" y="2"/>
                      <a:pt x="49" y="2"/>
                      <a:pt x="49" y="2"/>
                    </a:cubicBezTo>
                    <a:cubicBezTo>
                      <a:pt x="54" y="0"/>
                      <a:pt x="59"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2" name="Google Shape;622;p18"/>
              <p:cNvSpPr/>
              <p:nvPr/>
            </p:nvSpPr>
            <p:spPr>
              <a:xfrm>
                <a:off x="5940988" y="3028563"/>
                <a:ext cx="195263" cy="125413"/>
              </a:xfrm>
              <a:custGeom>
                <a:rect b="b" l="l" r="r" t="t"/>
                <a:pathLst>
                  <a:path extrusionOk="0" h="41" w="64">
                    <a:moveTo>
                      <a:pt x="62" y="7"/>
                    </a:moveTo>
                    <a:cubicBezTo>
                      <a:pt x="64" y="12"/>
                      <a:pt x="62" y="18"/>
                      <a:pt x="57" y="20"/>
                    </a:cubicBezTo>
                    <a:cubicBezTo>
                      <a:pt x="15" y="39"/>
                      <a:pt x="15" y="39"/>
                      <a:pt x="15" y="39"/>
                    </a:cubicBezTo>
                    <a:cubicBezTo>
                      <a:pt x="10" y="41"/>
                      <a:pt x="5" y="39"/>
                      <a:pt x="3" y="34"/>
                    </a:cubicBezTo>
                    <a:cubicBezTo>
                      <a:pt x="0" y="29"/>
                      <a:pt x="3" y="24"/>
                      <a:pt x="7" y="21"/>
                    </a:cubicBezTo>
                    <a:cubicBezTo>
                      <a:pt x="49" y="2"/>
                      <a:pt x="49" y="2"/>
                      <a:pt x="49" y="2"/>
                    </a:cubicBezTo>
                    <a:cubicBezTo>
                      <a:pt x="54" y="0"/>
                      <a:pt x="60"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3" name="Google Shape;623;p18"/>
              <p:cNvSpPr/>
              <p:nvPr/>
            </p:nvSpPr>
            <p:spPr>
              <a:xfrm>
                <a:off x="5983850" y="3123813"/>
                <a:ext cx="195263" cy="123825"/>
              </a:xfrm>
              <a:custGeom>
                <a:rect b="b" l="l" r="r" t="t"/>
                <a:pathLst>
                  <a:path extrusionOk="0" h="41" w="64">
                    <a:moveTo>
                      <a:pt x="62" y="7"/>
                    </a:moveTo>
                    <a:cubicBezTo>
                      <a:pt x="64" y="12"/>
                      <a:pt x="62" y="18"/>
                      <a:pt x="57" y="20"/>
                    </a:cubicBezTo>
                    <a:cubicBezTo>
                      <a:pt x="15" y="39"/>
                      <a:pt x="15" y="39"/>
                      <a:pt x="15" y="39"/>
                    </a:cubicBezTo>
                    <a:cubicBezTo>
                      <a:pt x="11" y="41"/>
                      <a:pt x="5" y="39"/>
                      <a:pt x="3" y="34"/>
                    </a:cubicBezTo>
                    <a:cubicBezTo>
                      <a:pt x="0" y="29"/>
                      <a:pt x="3" y="23"/>
                      <a:pt x="7" y="21"/>
                    </a:cubicBezTo>
                    <a:cubicBezTo>
                      <a:pt x="49" y="2"/>
                      <a:pt x="49" y="2"/>
                      <a:pt x="49" y="2"/>
                    </a:cubicBezTo>
                    <a:cubicBezTo>
                      <a:pt x="54" y="0"/>
                      <a:pt x="60"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4" name="Google Shape;624;p18"/>
              <p:cNvSpPr/>
              <p:nvPr/>
            </p:nvSpPr>
            <p:spPr>
              <a:xfrm>
                <a:off x="6026713" y="3217475"/>
                <a:ext cx="195263" cy="125413"/>
              </a:xfrm>
              <a:custGeom>
                <a:rect b="b" l="l" r="r" t="t"/>
                <a:pathLst>
                  <a:path extrusionOk="0" h="41" w="64">
                    <a:moveTo>
                      <a:pt x="62" y="7"/>
                    </a:moveTo>
                    <a:cubicBezTo>
                      <a:pt x="64" y="12"/>
                      <a:pt x="62" y="17"/>
                      <a:pt x="57" y="20"/>
                    </a:cubicBezTo>
                    <a:cubicBezTo>
                      <a:pt x="15" y="39"/>
                      <a:pt x="15" y="39"/>
                      <a:pt x="15" y="39"/>
                    </a:cubicBezTo>
                    <a:cubicBezTo>
                      <a:pt x="11" y="41"/>
                      <a:pt x="5" y="39"/>
                      <a:pt x="3" y="34"/>
                    </a:cubicBezTo>
                    <a:cubicBezTo>
                      <a:pt x="0" y="29"/>
                      <a:pt x="3" y="23"/>
                      <a:pt x="7" y="21"/>
                    </a:cubicBezTo>
                    <a:cubicBezTo>
                      <a:pt x="49" y="2"/>
                      <a:pt x="49" y="2"/>
                      <a:pt x="49" y="2"/>
                    </a:cubicBezTo>
                    <a:cubicBezTo>
                      <a:pt x="54" y="0"/>
                      <a:pt x="60"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5" name="Google Shape;625;p18"/>
              <p:cNvSpPr/>
              <p:nvPr/>
            </p:nvSpPr>
            <p:spPr>
              <a:xfrm>
                <a:off x="6072750" y="3312725"/>
                <a:ext cx="190500" cy="123825"/>
              </a:xfrm>
              <a:custGeom>
                <a:rect b="b" l="l" r="r" t="t"/>
                <a:pathLst>
                  <a:path extrusionOk="0" h="41" w="63">
                    <a:moveTo>
                      <a:pt x="61" y="7"/>
                    </a:moveTo>
                    <a:cubicBezTo>
                      <a:pt x="63" y="12"/>
                      <a:pt x="61" y="17"/>
                      <a:pt x="56" y="19"/>
                    </a:cubicBezTo>
                    <a:cubicBezTo>
                      <a:pt x="15" y="38"/>
                      <a:pt x="15" y="38"/>
                      <a:pt x="15" y="38"/>
                    </a:cubicBezTo>
                    <a:cubicBezTo>
                      <a:pt x="10" y="41"/>
                      <a:pt x="4" y="39"/>
                      <a:pt x="2" y="34"/>
                    </a:cubicBezTo>
                    <a:cubicBezTo>
                      <a:pt x="0" y="29"/>
                      <a:pt x="2" y="23"/>
                      <a:pt x="7" y="21"/>
                    </a:cubicBezTo>
                    <a:cubicBezTo>
                      <a:pt x="48" y="2"/>
                      <a:pt x="48" y="2"/>
                      <a:pt x="48" y="2"/>
                    </a:cubicBezTo>
                    <a:cubicBezTo>
                      <a:pt x="53"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26" name="Google Shape;626;p18"/>
            <p:cNvSpPr/>
            <p:nvPr/>
          </p:nvSpPr>
          <p:spPr>
            <a:xfrm rot="1475295">
              <a:off x="1383673" y="4811913"/>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
    <p:spTree>
      <p:nvGrpSpPr>
        <p:cNvPr id="627" name="Shape 627"/>
        <p:cNvGrpSpPr/>
        <p:nvPr/>
      </p:nvGrpSpPr>
      <p:grpSpPr>
        <a:xfrm>
          <a:off x="0" y="0"/>
          <a:ext cx="0" cy="0"/>
          <a:chOff x="0" y="0"/>
          <a:chExt cx="0" cy="0"/>
        </a:xfrm>
      </p:grpSpPr>
      <p:pic>
        <p:nvPicPr>
          <p:cNvPr id="628" name="Google Shape;628;p19"/>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629" name="Google Shape;629;p19"/>
          <p:cNvSpPr txBox="1"/>
          <p:nvPr>
            <p:ph type="title"/>
          </p:nvPr>
        </p:nvSpPr>
        <p:spPr>
          <a:xfrm>
            <a:off x="713225" y="5974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630" name="Google Shape;630;p19"/>
          <p:cNvGrpSpPr/>
          <p:nvPr/>
        </p:nvGrpSpPr>
        <p:grpSpPr>
          <a:xfrm>
            <a:off x="-72322" y="-631586"/>
            <a:ext cx="9493676" cy="5958439"/>
            <a:chOff x="-72322" y="-631586"/>
            <a:chExt cx="9493676" cy="5958439"/>
          </a:xfrm>
        </p:grpSpPr>
        <p:grpSp>
          <p:nvGrpSpPr>
            <p:cNvPr id="631" name="Google Shape;631;p19"/>
            <p:cNvGrpSpPr/>
            <p:nvPr/>
          </p:nvGrpSpPr>
          <p:grpSpPr>
            <a:xfrm rot="-1767078">
              <a:off x="8576647" y="1050491"/>
              <a:ext cx="698504" cy="778325"/>
              <a:chOff x="5431538" y="3074425"/>
              <a:chExt cx="485775" cy="541338"/>
            </a:xfrm>
          </p:grpSpPr>
          <p:sp>
            <p:nvSpPr>
              <p:cNvPr id="632" name="Google Shape;632;p19"/>
              <p:cNvSpPr/>
              <p:nvPr/>
            </p:nvSpPr>
            <p:spPr>
              <a:xfrm>
                <a:off x="5431538" y="3074425"/>
                <a:ext cx="485775" cy="541338"/>
              </a:xfrm>
              <a:custGeom>
                <a:rect b="b" l="l" r="r" t="t"/>
                <a:pathLst>
                  <a:path extrusionOk="0" h="208" w="187">
                    <a:moveTo>
                      <a:pt x="187" y="99"/>
                    </a:moveTo>
                    <a:cubicBezTo>
                      <a:pt x="147" y="0"/>
                      <a:pt x="147" y="0"/>
                      <a:pt x="147" y="0"/>
                    </a:cubicBezTo>
                    <a:cubicBezTo>
                      <a:pt x="0" y="61"/>
                      <a:pt x="0" y="61"/>
                      <a:pt x="0" y="61"/>
                    </a:cubicBezTo>
                    <a:cubicBezTo>
                      <a:pt x="60" y="208"/>
                      <a:pt x="60" y="208"/>
                      <a:pt x="60" y="208"/>
                    </a:cubicBezTo>
                    <a:cubicBezTo>
                      <a:pt x="158" y="168"/>
                      <a:pt x="158" y="168"/>
                      <a:pt x="158" y="168"/>
                    </a:cubicBezTo>
                    <a:cubicBezTo>
                      <a:pt x="158" y="168"/>
                      <a:pt x="186" y="103"/>
                      <a:pt x="187" y="9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3" name="Google Shape;633;p19"/>
              <p:cNvSpPr/>
              <p:nvPr/>
            </p:nvSpPr>
            <p:spPr>
              <a:xfrm>
                <a:off x="5480750" y="3134750"/>
                <a:ext cx="319088" cy="141288"/>
              </a:xfrm>
              <a:custGeom>
                <a:rect b="b" l="l" r="r" t="t"/>
                <a:pathLst>
                  <a:path extrusionOk="0" h="54" w="123">
                    <a:moveTo>
                      <a:pt x="3" y="54"/>
                    </a:moveTo>
                    <a:cubicBezTo>
                      <a:pt x="2" y="54"/>
                      <a:pt x="1" y="53"/>
                      <a:pt x="1" y="52"/>
                    </a:cubicBezTo>
                    <a:cubicBezTo>
                      <a:pt x="0" y="51"/>
                      <a:pt x="1" y="49"/>
                      <a:pt x="2" y="49"/>
                    </a:cubicBezTo>
                    <a:cubicBezTo>
                      <a:pt x="119" y="1"/>
                      <a:pt x="119" y="1"/>
                      <a:pt x="119" y="1"/>
                    </a:cubicBezTo>
                    <a:cubicBezTo>
                      <a:pt x="121" y="0"/>
                      <a:pt x="122" y="1"/>
                      <a:pt x="123" y="3"/>
                    </a:cubicBezTo>
                    <a:cubicBezTo>
                      <a:pt x="123" y="4"/>
                      <a:pt x="123" y="6"/>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4" name="Google Shape;634;p19"/>
              <p:cNvSpPr/>
              <p:nvPr/>
            </p:nvSpPr>
            <p:spPr>
              <a:xfrm>
                <a:off x="5501388" y="3195075"/>
                <a:ext cx="322263" cy="139700"/>
              </a:xfrm>
              <a:custGeom>
                <a:rect b="b" l="l" r="r" t="t"/>
                <a:pathLst>
                  <a:path extrusionOk="0" h="54" w="124">
                    <a:moveTo>
                      <a:pt x="3" y="54"/>
                    </a:moveTo>
                    <a:cubicBezTo>
                      <a:pt x="2" y="54"/>
                      <a:pt x="1" y="53"/>
                      <a:pt x="1" y="52"/>
                    </a:cubicBezTo>
                    <a:cubicBezTo>
                      <a:pt x="0" y="51"/>
                      <a:pt x="1" y="49"/>
                      <a:pt x="2" y="48"/>
                    </a:cubicBezTo>
                    <a:cubicBezTo>
                      <a:pt x="120" y="1"/>
                      <a:pt x="120" y="1"/>
                      <a:pt x="120" y="1"/>
                    </a:cubicBezTo>
                    <a:cubicBezTo>
                      <a:pt x="121" y="0"/>
                      <a:pt x="123" y="1"/>
                      <a:pt x="123" y="2"/>
                    </a:cubicBezTo>
                    <a:cubicBezTo>
                      <a:pt x="124" y="4"/>
                      <a:pt x="123" y="5"/>
                      <a:pt x="122" y="6"/>
                    </a:cubicBezTo>
                    <a:cubicBezTo>
                      <a:pt x="4" y="53"/>
                      <a:pt x="4" y="53"/>
                      <a:pt x="4" y="53"/>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5" name="Google Shape;635;p19"/>
              <p:cNvSpPr/>
              <p:nvPr/>
            </p:nvSpPr>
            <p:spPr>
              <a:xfrm>
                <a:off x="5526788" y="3253813"/>
                <a:ext cx="322263" cy="138113"/>
              </a:xfrm>
              <a:custGeom>
                <a:rect b="b" l="l" r="r" t="t"/>
                <a:pathLst>
                  <a:path extrusionOk="0" h="53" w="124">
                    <a:moveTo>
                      <a:pt x="3" y="53"/>
                    </a:moveTo>
                    <a:cubicBezTo>
                      <a:pt x="2" y="53"/>
                      <a:pt x="1" y="53"/>
                      <a:pt x="1" y="52"/>
                    </a:cubicBezTo>
                    <a:cubicBezTo>
                      <a:pt x="0" y="50"/>
                      <a:pt x="1" y="49"/>
                      <a:pt x="2" y="48"/>
                    </a:cubicBezTo>
                    <a:cubicBezTo>
                      <a:pt x="120" y="0"/>
                      <a:pt x="120" y="0"/>
                      <a:pt x="120" y="0"/>
                    </a:cubicBezTo>
                    <a:cubicBezTo>
                      <a:pt x="121" y="0"/>
                      <a:pt x="122" y="0"/>
                      <a:pt x="123" y="2"/>
                    </a:cubicBezTo>
                    <a:cubicBezTo>
                      <a:pt x="124" y="3"/>
                      <a:pt x="123" y="5"/>
                      <a:pt x="122" y="5"/>
                    </a:cubicBezTo>
                    <a:cubicBezTo>
                      <a:pt x="4" y="53"/>
                      <a:pt x="4" y="53"/>
                      <a:pt x="4" y="53"/>
                    </a:cubicBezTo>
                    <a:lnTo>
                      <a:pt x="3" y="53"/>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6" name="Google Shape;636;p19"/>
              <p:cNvSpPr/>
              <p:nvPr/>
            </p:nvSpPr>
            <p:spPr>
              <a:xfrm>
                <a:off x="5553775" y="3314138"/>
                <a:ext cx="319088" cy="141288"/>
              </a:xfrm>
              <a:custGeom>
                <a:rect b="b" l="l" r="r" t="t"/>
                <a:pathLst>
                  <a:path extrusionOk="0" h="54" w="123">
                    <a:moveTo>
                      <a:pt x="3" y="54"/>
                    </a:moveTo>
                    <a:cubicBezTo>
                      <a:pt x="2" y="54"/>
                      <a:pt x="1" y="53"/>
                      <a:pt x="0" y="52"/>
                    </a:cubicBezTo>
                    <a:cubicBezTo>
                      <a:pt x="0" y="51"/>
                      <a:pt x="0" y="49"/>
                      <a:pt x="2" y="49"/>
                    </a:cubicBezTo>
                    <a:cubicBezTo>
                      <a:pt x="119" y="1"/>
                      <a:pt x="119" y="1"/>
                      <a:pt x="119" y="1"/>
                    </a:cubicBezTo>
                    <a:cubicBezTo>
                      <a:pt x="120" y="0"/>
                      <a:pt x="122" y="1"/>
                      <a:pt x="123" y="2"/>
                    </a:cubicBezTo>
                    <a:cubicBezTo>
                      <a:pt x="123" y="4"/>
                      <a:pt x="122" y="5"/>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19"/>
              <p:cNvSpPr/>
              <p:nvPr/>
            </p:nvSpPr>
            <p:spPr>
              <a:xfrm>
                <a:off x="5579175" y="3420500"/>
                <a:ext cx="217488" cy="100013"/>
              </a:xfrm>
              <a:custGeom>
                <a:rect b="b" l="l" r="r" t="t"/>
                <a:pathLst>
                  <a:path extrusionOk="0" h="38" w="84">
                    <a:moveTo>
                      <a:pt x="3" y="38"/>
                    </a:moveTo>
                    <a:cubicBezTo>
                      <a:pt x="2" y="38"/>
                      <a:pt x="1" y="37"/>
                      <a:pt x="1" y="36"/>
                    </a:cubicBezTo>
                    <a:cubicBezTo>
                      <a:pt x="0" y="34"/>
                      <a:pt x="1" y="33"/>
                      <a:pt x="2" y="32"/>
                    </a:cubicBezTo>
                    <a:cubicBezTo>
                      <a:pt x="80" y="1"/>
                      <a:pt x="80" y="1"/>
                      <a:pt x="80" y="1"/>
                    </a:cubicBezTo>
                    <a:cubicBezTo>
                      <a:pt x="81" y="0"/>
                      <a:pt x="83" y="1"/>
                      <a:pt x="83" y="2"/>
                    </a:cubicBezTo>
                    <a:cubicBezTo>
                      <a:pt x="84" y="4"/>
                      <a:pt x="83" y="5"/>
                      <a:pt x="82" y="6"/>
                    </a:cubicBezTo>
                    <a:cubicBezTo>
                      <a:pt x="4" y="37"/>
                      <a:pt x="4" y="37"/>
                      <a:pt x="4" y="37"/>
                    </a:cubicBezTo>
                    <a:cubicBezTo>
                      <a:pt x="3" y="38"/>
                      <a:pt x="3" y="38"/>
                      <a:pt x="3" y="38"/>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8" name="Google Shape;638;p19"/>
              <p:cNvSpPr/>
              <p:nvPr/>
            </p:nvSpPr>
            <p:spPr>
              <a:xfrm>
                <a:off x="5790313" y="3333188"/>
                <a:ext cx="127000" cy="179388"/>
              </a:xfrm>
              <a:custGeom>
                <a:rect b="b" l="l" r="r" t="t"/>
                <a:pathLst>
                  <a:path extrusionOk="0" h="69" w="49">
                    <a:moveTo>
                      <a:pt x="49" y="0"/>
                    </a:moveTo>
                    <a:cubicBezTo>
                      <a:pt x="0" y="20"/>
                      <a:pt x="0" y="20"/>
                      <a:pt x="0" y="20"/>
                    </a:cubicBezTo>
                    <a:cubicBezTo>
                      <a:pt x="20" y="69"/>
                      <a:pt x="20" y="69"/>
                      <a:pt x="20" y="69"/>
                    </a:cubicBezTo>
                    <a:cubicBezTo>
                      <a:pt x="20" y="69"/>
                      <a:pt x="20" y="69"/>
                      <a:pt x="20" y="69"/>
                    </a:cubicBezTo>
                    <a:cubicBezTo>
                      <a:pt x="49" y="0"/>
                      <a:pt x="49" y="0"/>
                      <a:pt x="49"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39" name="Google Shape;639;p19"/>
            <p:cNvGrpSpPr/>
            <p:nvPr/>
          </p:nvGrpSpPr>
          <p:grpSpPr>
            <a:xfrm rot="7972933">
              <a:off x="8138097" y="-352556"/>
              <a:ext cx="1144405" cy="877948"/>
              <a:chOff x="6729413" y="2840263"/>
              <a:chExt cx="742950" cy="569913"/>
            </a:xfrm>
          </p:grpSpPr>
          <p:sp>
            <p:nvSpPr>
              <p:cNvPr id="640" name="Google Shape;640;p19"/>
              <p:cNvSpPr/>
              <p:nvPr/>
            </p:nvSpPr>
            <p:spPr>
              <a:xfrm>
                <a:off x="7326313" y="2840263"/>
                <a:ext cx="146050" cy="122238"/>
              </a:xfrm>
              <a:custGeom>
                <a:rect b="b" l="l" r="r" t="t"/>
                <a:pathLst>
                  <a:path extrusionOk="0" h="47" w="56">
                    <a:moveTo>
                      <a:pt x="41" y="20"/>
                    </a:moveTo>
                    <a:cubicBezTo>
                      <a:pt x="56" y="0"/>
                      <a:pt x="56" y="0"/>
                      <a:pt x="56" y="0"/>
                    </a:cubicBezTo>
                    <a:cubicBezTo>
                      <a:pt x="33" y="9"/>
                      <a:pt x="33" y="9"/>
                      <a:pt x="33" y="9"/>
                    </a:cubicBezTo>
                    <a:cubicBezTo>
                      <a:pt x="13" y="17"/>
                      <a:pt x="13" y="17"/>
                      <a:pt x="13" y="17"/>
                    </a:cubicBezTo>
                    <a:cubicBezTo>
                      <a:pt x="11" y="18"/>
                      <a:pt x="9" y="19"/>
                      <a:pt x="8" y="20"/>
                    </a:cubicBezTo>
                    <a:cubicBezTo>
                      <a:pt x="0" y="26"/>
                      <a:pt x="0" y="26"/>
                      <a:pt x="0" y="26"/>
                    </a:cubicBezTo>
                    <a:cubicBezTo>
                      <a:pt x="16" y="47"/>
                      <a:pt x="16" y="47"/>
                      <a:pt x="16" y="47"/>
                    </a:cubicBezTo>
                    <a:cubicBezTo>
                      <a:pt x="23" y="41"/>
                      <a:pt x="23" y="41"/>
                      <a:pt x="23" y="41"/>
                    </a:cubicBezTo>
                    <a:cubicBezTo>
                      <a:pt x="25" y="40"/>
                      <a:pt x="27" y="38"/>
                      <a:pt x="28" y="37"/>
                    </a:cubicBezTo>
                    <a:lnTo>
                      <a:pt x="41" y="2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19"/>
              <p:cNvSpPr/>
              <p:nvPr/>
            </p:nvSpPr>
            <p:spPr>
              <a:xfrm>
                <a:off x="7423150" y="2840263"/>
                <a:ext cx="49213" cy="33338"/>
              </a:xfrm>
              <a:custGeom>
                <a:rect b="b" l="l" r="r" t="t"/>
                <a:pathLst>
                  <a:path extrusionOk="0" h="21" w="31">
                    <a:moveTo>
                      <a:pt x="0" y="13"/>
                    </a:moveTo>
                    <a:lnTo>
                      <a:pt x="16" y="21"/>
                    </a:lnTo>
                    <a:lnTo>
                      <a:pt x="31"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19"/>
              <p:cNvSpPr/>
              <p:nvPr/>
            </p:nvSpPr>
            <p:spPr>
              <a:xfrm>
                <a:off x="6835775" y="2892650"/>
                <a:ext cx="525463" cy="403225"/>
              </a:xfrm>
              <a:custGeom>
                <a:rect b="b" l="l" r="r" t="t"/>
                <a:pathLst>
                  <a:path extrusionOk="0" h="155" w="202">
                    <a:moveTo>
                      <a:pt x="5" y="155"/>
                    </a:moveTo>
                    <a:cubicBezTo>
                      <a:pt x="0" y="148"/>
                      <a:pt x="0" y="148"/>
                      <a:pt x="0" y="148"/>
                    </a:cubicBezTo>
                    <a:cubicBezTo>
                      <a:pt x="195" y="2"/>
                      <a:pt x="195" y="2"/>
                      <a:pt x="195" y="2"/>
                    </a:cubicBezTo>
                    <a:cubicBezTo>
                      <a:pt x="197" y="0"/>
                      <a:pt x="199" y="1"/>
                      <a:pt x="201" y="3"/>
                    </a:cubicBezTo>
                    <a:cubicBezTo>
                      <a:pt x="202" y="5"/>
                      <a:pt x="202" y="7"/>
                      <a:pt x="200" y="9"/>
                    </a:cubicBezTo>
                    <a:lnTo>
                      <a:pt x="5" y="15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19"/>
              <p:cNvSpPr/>
              <p:nvPr/>
            </p:nvSpPr>
            <p:spPr>
              <a:xfrm>
                <a:off x="6861175" y="2929163"/>
                <a:ext cx="528638" cy="403225"/>
              </a:xfrm>
              <a:custGeom>
                <a:rect b="b" l="l" r="r" t="t"/>
                <a:pathLst>
                  <a:path extrusionOk="0" h="155" w="203">
                    <a:moveTo>
                      <a:pt x="5" y="155"/>
                    </a:moveTo>
                    <a:cubicBezTo>
                      <a:pt x="0" y="148"/>
                      <a:pt x="0" y="148"/>
                      <a:pt x="0" y="148"/>
                    </a:cubicBezTo>
                    <a:cubicBezTo>
                      <a:pt x="195" y="2"/>
                      <a:pt x="195" y="2"/>
                      <a:pt x="195" y="2"/>
                    </a:cubicBezTo>
                    <a:cubicBezTo>
                      <a:pt x="197" y="0"/>
                      <a:pt x="200" y="1"/>
                      <a:pt x="201" y="3"/>
                    </a:cubicBezTo>
                    <a:cubicBezTo>
                      <a:pt x="203" y="5"/>
                      <a:pt x="202" y="7"/>
                      <a:pt x="200" y="9"/>
                    </a:cubicBezTo>
                    <a:lnTo>
                      <a:pt x="5" y="15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4" name="Google Shape;644;p19"/>
              <p:cNvSpPr/>
              <p:nvPr/>
            </p:nvSpPr>
            <p:spPr>
              <a:xfrm>
                <a:off x="6845300" y="2910113"/>
                <a:ext cx="531813" cy="406400"/>
              </a:xfrm>
              <a:custGeom>
                <a:rect b="b" l="l" r="r" t="t"/>
                <a:pathLst>
                  <a:path extrusionOk="0" h="156" w="204">
                    <a:moveTo>
                      <a:pt x="7" y="156"/>
                    </a:moveTo>
                    <a:cubicBezTo>
                      <a:pt x="0" y="147"/>
                      <a:pt x="0" y="147"/>
                      <a:pt x="0" y="147"/>
                    </a:cubicBezTo>
                    <a:cubicBezTo>
                      <a:pt x="194" y="1"/>
                      <a:pt x="194" y="1"/>
                      <a:pt x="194" y="1"/>
                    </a:cubicBezTo>
                    <a:cubicBezTo>
                      <a:pt x="196" y="0"/>
                      <a:pt x="200" y="0"/>
                      <a:pt x="202" y="3"/>
                    </a:cubicBezTo>
                    <a:cubicBezTo>
                      <a:pt x="204" y="5"/>
                      <a:pt x="203" y="9"/>
                      <a:pt x="201" y="11"/>
                    </a:cubicBezTo>
                    <a:lnTo>
                      <a:pt x="7" y="1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5" name="Google Shape;645;p19"/>
              <p:cNvSpPr/>
              <p:nvPr/>
            </p:nvSpPr>
            <p:spPr>
              <a:xfrm>
                <a:off x="6781800" y="3303813"/>
                <a:ext cx="92075" cy="82550"/>
              </a:xfrm>
              <a:custGeom>
                <a:rect b="b" l="l" r="r" t="t"/>
                <a:pathLst>
                  <a:path extrusionOk="0" h="52" w="58">
                    <a:moveTo>
                      <a:pt x="13" y="52"/>
                    </a:moveTo>
                    <a:lnTo>
                      <a:pt x="0" y="34"/>
                    </a:lnTo>
                    <a:lnTo>
                      <a:pt x="47" y="0"/>
                    </a:lnTo>
                    <a:lnTo>
                      <a:pt x="58" y="18"/>
                    </a:lnTo>
                    <a:lnTo>
                      <a:pt x="13" y="5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6" name="Google Shape;646;p19"/>
              <p:cNvSpPr/>
              <p:nvPr/>
            </p:nvSpPr>
            <p:spPr>
              <a:xfrm>
                <a:off x="6729413" y="3332388"/>
                <a:ext cx="73025" cy="77788"/>
              </a:xfrm>
              <a:custGeom>
                <a:rect b="b" l="l" r="r" t="t"/>
                <a:pathLst>
                  <a:path extrusionOk="0" h="30" w="28">
                    <a:moveTo>
                      <a:pt x="13" y="28"/>
                    </a:moveTo>
                    <a:cubicBezTo>
                      <a:pt x="2" y="13"/>
                      <a:pt x="2" y="13"/>
                      <a:pt x="2" y="13"/>
                    </a:cubicBezTo>
                    <a:cubicBezTo>
                      <a:pt x="0" y="11"/>
                      <a:pt x="1" y="9"/>
                      <a:pt x="2" y="8"/>
                    </a:cubicBezTo>
                    <a:cubicBezTo>
                      <a:pt x="13" y="0"/>
                      <a:pt x="13" y="0"/>
                      <a:pt x="13" y="0"/>
                    </a:cubicBezTo>
                    <a:cubicBezTo>
                      <a:pt x="28" y="21"/>
                      <a:pt x="28" y="21"/>
                      <a:pt x="28" y="21"/>
                    </a:cubicBezTo>
                    <a:cubicBezTo>
                      <a:pt x="18" y="28"/>
                      <a:pt x="18" y="28"/>
                      <a:pt x="18" y="28"/>
                    </a:cubicBezTo>
                    <a:cubicBezTo>
                      <a:pt x="16" y="30"/>
                      <a:pt x="14" y="29"/>
                      <a:pt x="13" y="28"/>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7" name="Google Shape;647;p19"/>
              <p:cNvSpPr/>
              <p:nvPr/>
            </p:nvSpPr>
            <p:spPr>
              <a:xfrm>
                <a:off x="6767513" y="3210150"/>
                <a:ext cx="0" cy="0"/>
              </a:xfrm>
              <a:custGeom>
                <a:rect b="b" l="l" r="r" t="t"/>
                <a:pathLst>
                  <a:path extrusionOk="0" h="120000" w="120000">
                    <a:moveTo>
                      <a:pt x="0" y="0"/>
                    </a:moveTo>
                    <a:cubicBezTo>
                      <a:pt x="0" y="0"/>
                      <a:pt x="0" y="0"/>
                      <a:pt x="0" y="0"/>
                    </a:cubicBezTo>
                    <a:cubicBezTo>
                      <a:pt x="0" y="0"/>
                      <a:pt x="0" y="0"/>
                      <a:pt x="0" y="0"/>
                    </a:cubicBezTo>
                  </a:path>
                </a:pathLst>
              </a:custGeom>
              <a:solidFill>
                <a:srgbClr val="FFECC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8" name="Google Shape;648;p19"/>
              <p:cNvSpPr/>
              <p:nvPr/>
            </p:nvSpPr>
            <p:spPr>
              <a:xfrm>
                <a:off x="6762750" y="3276825"/>
                <a:ext cx="111125" cy="109538"/>
              </a:xfrm>
              <a:custGeom>
                <a:rect b="b" l="l" r="r" t="t"/>
                <a:pathLst>
                  <a:path extrusionOk="0" h="69" w="70">
                    <a:moveTo>
                      <a:pt x="25" y="69"/>
                    </a:moveTo>
                    <a:lnTo>
                      <a:pt x="0" y="35"/>
                    </a:lnTo>
                    <a:lnTo>
                      <a:pt x="46" y="0"/>
                    </a:lnTo>
                    <a:lnTo>
                      <a:pt x="70" y="35"/>
                    </a:lnTo>
                    <a:lnTo>
                      <a:pt x="25" y="6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49" name="Google Shape;649;p19"/>
            <p:cNvSpPr/>
            <p:nvPr/>
          </p:nvSpPr>
          <p:spPr>
            <a:xfrm>
              <a:off x="1174690" y="4607088"/>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50" name="Google Shape;650;p19"/>
            <p:cNvGrpSpPr/>
            <p:nvPr/>
          </p:nvGrpSpPr>
          <p:grpSpPr>
            <a:xfrm>
              <a:off x="351008" y="4813545"/>
              <a:ext cx="724435" cy="513308"/>
              <a:chOff x="6180688" y="2320538"/>
              <a:chExt cx="1149350" cy="814387"/>
            </a:xfrm>
          </p:grpSpPr>
          <p:sp>
            <p:nvSpPr>
              <p:cNvPr id="651" name="Google Shape;651;p19"/>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2" name="Google Shape;652;p19"/>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3" name="Google Shape;653;p19"/>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4" name="Google Shape;654;p19"/>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5" name="Google Shape;655;p19"/>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6" name="Google Shape;656;p19"/>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7" name="Google Shape;657;p19"/>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58" name="Google Shape;658;p19"/>
            <p:cNvGrpSpPr/>
            <p:nvPr/>
          </p:nvGrpSpPr>
          <p:grpSpPr>
            <a:xfrm rot="-1923214">
              <a:off x="8666" y="4347343"/>
              <a:ext cx="724419" cy="513296"/>
              <a:chOff x="6180688" y="2320538"/>
              <a:chExt cx="1149350" cy="814387"/>
            </a:xfrm>
          </p:grpSpPr>
          <p:sp>
            <p:nvSpPr>
              <p:cNvPr id="659" name="Google Shape;659;p19"/>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0" name="Google Shape;660;p19"/>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1" name="Google Shape;661;p19"/>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2" name="Google Shape;662;p19"/>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3" name="Google Shape;663;p19"/>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4" name="Google Shape;664;p19"/>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5" name="Google Shape;665;p19"/>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
    <p:spTree>
      <p:nvGrpSpPr>
        <p:cNvPr id="666" name="Shape 666"/>
        <p:cNvGrpSpPr/>
        <p:nvPr/>
      </p:nvGrpSpPr>
      <p:grpSpPr>
        <a:xfrm>
          <a:off x="0" y="0"/>
          <a:ext cx="0" cy="0"/>
          <a:chOff x="0" y="0"/>
          <a:chExt cx="0" cy="0"/>
        </a:xfrm>
      </p:grpSpPr>
      <p:pic>
        <p:nvPicPr>
          <p:cNvPr id="667" name="Google Shape;667;p20"/>
          <p:cNvPicPr preferRelativeResize="0"/>
          <p:nvPr/>
        </p:nvPicPr>
        <p:blipFill>
          <a:blip r:embed="rId2">
            <a:alphaModFix/>
          </a:blip>
          <a:stretch>
            <a:fillRect/>
          </a:stretch>
        </p:blipFill>
        <p:spPr>
          <a:xfrm>
            <a:off x="220587" y="219963"/>
            <a:ext cx="8702828" cy="4703575"/>
          </a:xfrm>
          <a:prstGeom prst="rect">
            <a:avLst/>
          </a:prstGeom>
          <a:noFill/>
          <a:ln>
            <a:noFill/>
          </a:ln>
        </p:spPr>
      </p:pic>
      <p:sp>
        <p:nvSpPr>
          <p:cNvPr id="668" name="Google Shape;668;p20"/>
          <p:cNvSpPr txBox="1"/>
          <p:nvPr>
            <p:ph type="title"/>
          </p:nvPr>
        </p:nvSpPr>
        <p:spPr>
          <a:xfrm>
            <a:off x="713225" y="5974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669" name="Google Shape;669;p20"/>
          <p:cNvGrpSpPr/>
          <p:nvPr/>
        </p:nvGrpSpPr>
        <p:grpSpPr>
          <a:xfrm>
            <a:off x="-373107" y="-314930"/>
            <a:ext cx="9350638" cy="5752275"/>
            <a:chOff x="-373107" y="-314930"/>
            <a:chExt cx="9350638" cy="5752275"/>
          </a:xfrm>
        </p:grpSpPr>
        <p:grpSp>
          <p:nvGrpSpPr>
            <p:cNvPr id="670" name="Google Shape;670;p20"/>
            <p:cNvGrpSpPr/>
            <p:nvPr/>
          </p:nvGrpSpPr>
          <p:grpSpPr>
            <a:xfrm>
              <a:off x="-373107" y="4064399"/>
              <a:ext cx="1170193" cy="904189"/>
              <a:chOff x="7537043" y="4025261"/>
              <a:chExt cx="1170193" cy="904189"/>
            </a:xfrm>
          </p:grpSpPr>
          <p:sp>
            <p:nvSpPr>
              <p:cNvPr id="671" name="Google Shape;671;p20"/>
              <p:cNvSpPr/>
              <p:nvPr/>
            </p:nvSpPr>
            <p:spPr>
              <a:xfrm rot="-766792">
                <a:off x="8605876" y="4227120"/>
                <a:ext cx="1588" cy="1588"/>
              </a:xfrm>
              <a:custGeom>
                <a:rect b="b" l="l" r="r" t="t"/>
                <a:pathLst>
                  <a:path extrusionOk="0" h="1" w="1">
                    <a:moveTo>
                      <a:pt x="0" y="0"/>
                    </a:moveTo>
                    <a:lnTo>
                      <a:pt x="1" y="0"/>
                    </a:lnTo>
                    <a:lnTo>
                      <a:pt x="0" y="1"/>
                    </a:lnTo>
                    <a:lnTo>
                      <a:pt x="0" y="0"/>
                    </a:lnTo>
                    <a:close/>
                  </a:path>
                </a:pathLst>
              </a:custGeom>
              <a:solidFill>
                <a:srgbClr val="FF598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2" name="Google Shape;672;p20"/>
              <p:cNvSpPr/>
              <p:nvPr/>
            </p:nvSpPr>
            <p:spPr>
              <a:xfrm rot="-766792">
                <a:off x="8605876" y="4227120"/>
                <a:ext cx="1588" cy="1588"/>
              </a:xfrm>
              <a:custGeom>
                <a:rect b="b" l="l" r="r" t="t"/>
                <a:pathLst>
                  <a:path extrusionOk="0" h="1" w="1">
                    <a:moveTo>
                      <a:pt x="0" y="0"/>
                    </a:moveTo>
                    <a:lnTo>
                      <a:pt x="1" y="0"/>
                    </a:lnTo>
                    <a:lnTo>
                      <a:pt x="0" y="1"/>
                    </a:lnTo>
                    <a:lnTo>
                      <a:pt x="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3" name="Google Shape;673;p20"/>
              <p:cNvSpPr/>
              <p:nvPr/>
            </p:nvSpPr>
            <p:spPr>
              <a:xfrm rot="-766792">
                <a:off x="7611148" y="4360031"/>
                <a:ext cx="865164" cy="412739"/>
              </a:xfrm>
              <a:custGeom>
                <a:rect b="b" l="l" r="r" t="t"/>
                <a:pathLst>
                  <a:path extrusionOk="0" h="159" w="333">
                    <a:moveTo>
                      <a:pt x="25" y="133"/>
                    </a:moveTo>
                    <a:cubicBezTo>
                      <a:pt x="30" y="139"/>
                      <a:pt x="35" y="145"/>
                      <a:pt x="42" y="150"/>
                    </a:cubicBezTo>
                    <a:cubicBezTo>
                      <a:pt x="324" y="107"/>
                      <a:pt x="324" y="107"/>
                      <a:pt x="324" y="107"/>
                    </a:cubicBezTo>
                    <a:cubicBezTo>
                      <a:pt x="329" y="106"/>
                      <a:pt x="329" y="106"/>
                      <a:pt x="329" y="106"/>
                    </a:cubicBezTo>
                    <a:cubicBezTo>
                      <a:pt x="333" y="117"/>
                      <a:pt x="333" y="117"/>
                      <a:pt x="333" y="117"/>
                    </a:cubicBezTo>
                    <a:cubicBezTo>
                      <a:pt x="42" y="159"/>
                      <a:pt x="42" y="159"/>
                      <a:pt x="42" y="159"/>
                    </a:cubicBezTo>
                    <a:cubicBezTo>
                      <a:pt x="24" y="146"/>
                      <a:pt x="10" y="127"/>
                      <a:pt x="4" y="105"/>
                    </a:cubicBezTo>
                    <a:cubicBezTo>
                      <a:pt x="1" y="93"/>
                      <a:pt x="0" y="80"/>
                      <a:pt x="4" y="68"/>
                    </a:cubicBezTo>
                    <a:cubicBezTo>
                      <a:pt x="290" y="0"/>
                      <a:pt x="290" y="0"/>
                      <a:pt x="290" y="0"/>
                    </a:cubicBezTo>
                    <a:cubicBezTo>
                      <a:pt x="295" y="12"/>
                      <a:pt x="295" y="12"/>
                      <a:pt x="295" y="12"/>
                    </a:cubicBezTo>
                    <a:cubicBezTo>
                      <a:pt x="292" y="12"/>
                      <a:pt x="16" y="75"/>
                      <a:pt x="14" y="76"/>
                    </a:cubicBezTo>
                    <a:cubicBezTo>
                      <a:pt x="13" y="76"/>
                      <a:pt x="11" y="76"/>
                      <a:pt x="11" y="76"/>
                    </a:cubicBezTo>
                    <a:cubicBezTo>
                      <a:pt x="6" y="96"/>
                      <a:pt x="14" y="117"/>
                      <a:pt x="25" y="133"/>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4" name="Google Shape;674;p20"/>
              <p:cNvSpPr/>
              <p:nvPr/>
            </p:nvSpPr>
            <p:spPr>
              <a:xfrm rot="-766793">
                <a:off x="7568551" y="4131154"/>
                <a:ext cx="985810" cy="395277"/>
              </a:xfrm>
              <a:custGeom>
                <a:rect b="b" l="l" r="r" t="t"/>
                <a:pathLst>
                  <a:path extrusionOk="0" h="249" w="621">
                    <a:moveTo>
                      <a:pt x="215" y="115"/>
                    </a:moveTo>
                    <a:lnTo>
                      <a:pt x="621" y="0"/>
                    </a:lnTo>
                    <a:lnTo>
                      <a:pt x="469" y="138"/>
                    </a:lnTo>
                    <a:lnTo>
                      <a:pt x="0" y="249"/>
                    </a:lnTo>
                    <a:lnTo>
                      <a:pt x="215" y="115"/>
                    </a:lnTo>
                    <a:close/>
                  </a:path>
                </a:pathLst>
              </a:custGeom>
              <a:solidFill>
                <a:srgbClr val="7A8C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5" name="Google Shape;675;p20"/>
              <p:cNvSpPr/>
              <p:nvPr/>
            </p:nvSpPr>
            <p:spPr>
              <a:xfrm rot="-766793">
                <a:off x="7568551" y="4131154"/>
                <a:ext cx="985810" cy="395277"/>
              </a:xfrm>
              <a:custGeom>
                <a:rect b="b" l="l" r="r" t="t"/>
                <a:pathLst>
                  <a:path extrusionOk="0" h="249" w="621">
                    <a:moveTo>
                      <a:pt x="215" y="115"/>
                    </a:moveTo>
                    <a:lnTo>
                      <a:pt x="621" y="0"/>
                    </a:lnTo>
                    <a:lnTo>
                      <a:pt x="469" y="138"/>
                    </a:lnTo>
                    <a:lnTo>
                      <a:pt x="0" y="249"/>
                    </a:lnTo>
                    <a:lnTo>
                      <a:pt x="215" y="115"/>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6" name="Google Shape;676;p20"/>
              <p:cNvSpPr/>
              <p:nvPr/>
            </p:nvSpPr>
            <p:spPr>
              <a:xfrm rot="-766793">
                <a:off x="7568551" y="4131154"/>
                <a:ext cx="985810" cy="395277"/>
              </a:xfrm>
              <a:custGeom>
                <a:rect b="b" l="l" r="r" t="t"/>
                <a:pathLst>
                  <a:path extrusionOk="0" h="249" w="621">
                    <a:moveTo>
                      <a:pt x="621" y="0"/>
                    </a:moveTo>
                    <a:lnTo>
                      <a:pt x="215" y="115"/>
                    </a:lnTo>
                    <a:lnTo>
                      <a:pt x="0" y="249"/>
                    </a:lnTo>
                    <a:lnTo>
                      <a:pt x="469" y="138"/>
                    </a:lnTo>
                    <a:lnTo>
                      <a:pt x="621"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7" name="Google Shape;677;p20"/>
              <p:cNvSpPr/>
              <p:nvPr/>
            </p:nvSpPr>
            <p:spPr>
              <a:xfrm rot="-766793">
                <a:off x="7568551" y="4131154"/>
                <a:ext cx="985810" cy="395277"/>
              </a:xfrm>
              <a:custGeom>
                <a:rect b="b" l="l" r="r" t="t"/>
                <a:pathLst>
                  <a:path extrusionOk="0" h="249" w="621">
                    <a:moveTo>
                      <a:pt x="621" y="0"/>
                    </a:moveTo>
                    <a:lnTo>
                      <a:pt x="215" y="115"/>
                    </a:lnTo>
                    <a:lnTo>
                      <a:pt x="0" y="249"/>
                    </a:lnTo>
                    <a:lnTo>
                      <a:pt x="469" y="138"/>
                    </a:lnTo>
                    <a:lnTo>
                      <a:pt x="621"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8" name="Google Shape;678;p20"/>
              <p:cNvSpPr/>
              <p:nvPr/>
            </p:nvSpPr>
            <p:spPr>
              <a:xfrm rot="-766792">
                <a:off x="8287594" y="4049740"/>
                <a:ext cx="249231" cy="249231"/>
              </a:xfrm>
              <a:custGeom>
                <a:rect b="b" l="l" r="r" t="t"/>
                <a:pathLst>
                  <a:path extrusionOk="0" h="157" w="157">
                    <a:moveTo>
                      <a:pt x="0" y="138"/>
                    </a:moveTo>
                    <a:lnTo>
                      <a:pt x="152" y="0"/>
                    </a:lnTo>
                    <a:lnTo>
                      <a:pt x="157" y="15"/>
                    </a:lnTo>
                    <a:lnTo>
                      <a:pt x="149" y="23"/>
                    </a:lnTo>
                    <a:lnTo>
                      <a:pt x="8" y="157"/>
                    </a:lnTo>
                    <a:lnTo>
                      <a:pt x="0" y="13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9" name="Google Shape;679;p20"/>
              <p:cNvSpPr/>
              <p:nvPr/>
            </p:nvSpPr>
            <p:spPr>
              <a:xfrm rot="-766792">
                <a:off x="8441067" y="4239913"/>
                <a:ext cx="223832" cy="306379"/>
              </a:xfrm>
              <a:custGeom>
                <a:rect b="b" l="l" r="r" t="t"/>
                <a:pathLst>
                  <a:path extrusionOk="0" h="193" w="141">
                    <a:moveTo>
                      <a:pt x="136" y="0"/>
                    </a:moveTo>
                    <a:lnTo>
                      <a:pt x="141" y="15"/>
                    </a:lnTo>
                    <a:lnTo>
                      <a:pt x="6" y="193"/>
                    </a:lnTo>
                    <a:lnTo>
                      <a:pt x="0" y="175"/>
                    </a:lnTo>
                    <a:lnTo>
                      <a:pt x="13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0" name="Google Shape;680;p20"/>
              <p:cNvSpPr/>
              <p:nvPr/>
            </p:nvSpPr>
            <p:spPr>
              <a:xfrm rot="-766792">
                <a:off x="8441067" y="4239913"/>
                <a:ext cx="223832" cy="306379"/>
              </a:xfrm>
              <a:custGeom>
                <a:rect b="b" l="l" r="r" t="t"/>
                <a:pathLst>
                  <a:path extrusionOk="0" h="193" w="141">
                    <a:moveTo>
                      <a:pt x="136" y="0"/>
                    </a:moveTo>
                    <a:lnTo>
                      <a:pt x="141" y="15"/>
                    </a:lnTo>
                    <a:lnTo>
                      <a:pt x="6" y="193"/>
                    </a:lnTo>
                    <a:lnTo>
                      <a:pt x="0" y="175"/>
                    </a:lnTo>
                    <a:lnTo>
                      <a:pt x="136"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1" name="Google Shape;681;p20"/>
              <p:cNvSpPr/>
              <p:nvPr/>
            </p:nvSpPr>
            <p:spPr>
              <a:xfrm rot="-766791">
                <a:off x="8322200" y="4076509"/>
                <a:ext cx="296855" cy="452425"/>
              </a:xfrm>
              <a:custGeom>
                <a:rect b="b" l="l" r="r" t="t"/>
                <a:pathLst>
                  <a:path extrusionOk="0" h="174" w="114">
                    <a:moveTo>
                      <a:pt x="114" y="71"/>
                    </a:moveTo>
                    <a:cubicBezTo>
                      <a:pt x="34" y="174"/>
                      <a:pt x="34" y="174"/>
                      <a:pt x="34" y="174"/>
                    </a:cubicBezTo>
                    <a:cubicBezTo>
                      <a:pt x="0" y="82"/>
                      <a:pt x="0" y="82"/>
                      <a:pt x="0" y="82"/>
                    </a:cubicBezTo>
                    <a:cubicBezTo>
                      <a:pt x="3" y="82"/>
                      <a:pt x="3" y="82"/>
                      <a:pt x="3" y="82"/>
                    </a:cubicBezTo>
                    <a:cubicBezTo>
                      <a:pt x="89" y="0"/>
                      <a:pt x="89" y="0"/>
                      <a:pt x="89" y="0"/>
                    </a:cubicBezTo>
                    <a:cubicBezTo>
                      <a:pt x="90" y="1"/>
                      <a:pt x="114" y="70"/>
                      <a:pt x="114" y="71"/>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2" name="Google Shape;682;p20"/>
              <p:cNvSpPr/>
              <p:nvPr/>
            </p:nvSpPr>
            <p:spPr>
              <a:xfrm rot="-766793">
                <a:off x="7631921" y="4389822"/>
                <a:ext cx="827065" cy="354003"/>
              </a:xfrm>
              <a:custGeom>
                <a:rect b="b" l="l" r="r" t="t"/>
                <a:pathLst>
                  <a:path extrusionOk="0" h="136" w="318">
                    <a:moveTo>
                      <a:pt x="284" y="0"/>
                    </a:moveTo>
                    <a:cubicBezTo>
                      <a:pt x="318" y="92"/>
                      <a:pt x="318" y="92"/>
                      <a:pt x="318" y="92"/>
                    </a:cubicBezTo>
                    <a:cubicBezTo>
                      <a:pt x="36" y="136"/>
                      <a:pt x="36" y="136"/>
                      <a:pt x="36" y="136"/>
                    </a:cubicBezTo>
                    <a:cubicBezTo>
                      <a:pt x="16" y="119"/>
                      <a:pt x="0" y="90"/>
                      <a:pt x="6" y="64"/>
                    </a:cubicBezTo>
                    <a:cubicBezTo>
                      <a:pt x="284" y="0"/>
                      <a:pt x="284" y="0"/>
                      <a:pt x="284" y="0"/>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3" name="Google Shape;683;p20"/>
              <p:cNvSpPr/>
              <p:nvPr/>
            </p:nvSpPr>
            <p:spPr>
              <a:xfrm rot="-766793">
                <a:off x="8348017" y="4220501"/>
                <a:ext cx="114297" cy="111122"/>
              </a:xfrm>
              <a:custGeom>
                <a:rect b="b" l="l" r="r" t="t"/>
                <a:pathLst>
                  <a:path extrusionOk="0" h="43" w="44">
                    <a:moveTo>
                      <a:pt x="40" y="4"/>
                    </a:moveTo>
                    <a:cubicBezTo>
                      <a:pt x="25" y="15"/>
                      <a:pt x="13" y="29"/>
                      <a:pt x="0" y="43"/>
                    </a:cubicBezTo>
                    <a:cubicBezTo>
                      <a:pt x="17" y="33"/>
                      <a:pt x="31" y="19"/>
                      <a:pt x="43" y="2"/>
                    </a:cubicBezTo>
                    <a:cubicBezTo>
                      <a:pt x="43" y="2"/>
                      <a:pt x="44" y="1"/>
                      <a:pt x="44" y="0"/>
                    </a:cubicBezTo>
                    <a:cubicBezTo>
                      <a:pt x="43" y="1"/>
                      <a:pt x="41" y="3"/>
                      <a:pt x="40" y="4"/>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4" name="Google Shape;684;p20"/>
              <p:cNvSpPr/>
              <p:nvPr/>
            </p:nvSpPr>
            <p:spPr>
              <a:xfrm rot="-766793">
                <a:off x="8432831" y="4140939"/>
                <a:ext cx="50799" cy="49212"/>
              </a:xfrm>
              <a:custGeom>
                <a:rect b="b" l="l" r="r" t="t"/>
                <a:pathLst>
                  <a:path extrusionOk="0" h="19" w="20">
                    <a:moveTo>
                      <a:pt x="0" y="19"/>
                    </a:moveTo>
                    <a:cubicBezTo>
                      <a:pt x="8" y="14"/>
                      <a:pt x="15" y="8"/>
                      <a:pt x="20" y="0"/>
                    </a:cubicBezTo>
                    <a:cubicBezTo>
                      <a:pt x="13" y="5"/>
                      <a:pt x="6" y="12"/>
                      <a:pt x="0" y="19"/>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5" name="Google Shape;685;p20"/>
              <p:cNvSpPr/>
              <p:nvPr/>
            </p:nvSpPr>
            <p:spPr>
              <a:xfrm rot="-766793">
                <a:off x="8462658" y="4145878"/>
                <a:ext cx="31749" cy="31749"/>
              </a:xfrm>
              <a:custGeom>
                <a:rect b="b" l="l" r="r" t="t"/>
                <a:pathLst>
                  <a:path extrusionOk="0" h="12" w="12">
                    <a:moveTo>
                      <a:pt x="0" y="12"/>
                    </a:moveTo>
                    <a:cubicBezTo>
                      <a:pt x="5" y="9"/>
                      <a:pt x="9" y="5"/>
                      <a:pt x="12" y="0"/>
                    </a:cubicBezTo>
                    <a:cubicBezTo>
                      <a:pt x="8" y="4"/>
                      <a:pt x="4" y="7"/>
                      <a:pt x="0" y="1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6" name="Google Shape;686;p20"/>
              <p:cNvSpPr/>
              <p:nvPr/>
            </p:nvSpPr>
            <p:spPr>
              <a:xfrm rot="-766795">
                <a:off x="8433960" y="4283708"/>
                <a:ext cx="53973" cy="60323"/>
              </a:xfrm>
              <a:custGeom>
                <a:rect b="b" l="l" r="r" t="t"/>
                <a:pathLst>
                  <a:path extrusionOk="0" h="23" w="21">
                    <a:moveTo>
                      <a:pt x="0" y="23"/>
                    </a:moveTo>
                    <a:cubicBezTo>
                      <a:pt x="8" y="16"/>
                      <a:pt x="16" y="9"/>
                      <a:pt x="21" y="0"/>
                    </a:cubicBezTo>
                    <a:cubicBezTo>
                      <a:pt x="13" y="6"/>
                      <a:pt x="6" y="13"/>
                      <a:pt x="0" y="2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7" name="Google Shape;687;p20"/>
              <p:cNvSpPr/>
              <p:nvPr/>
            </p:nvSpPr>
            <p:spPr>
              <a:xfrm rot="-766792">
                <a:off x="8530098" y="4207057"/>
                <a:ext cx="49212" cy="57148"/>
              </a:xfrm>
              <a:custGeom>
                <a:rect b="b" l="l" r="r" t="t"/>
                <a:pathLst>
                  <a:path extrusionOk="0" h="22" w="19">
                    <a:moveTo>
                      <a:pt x="0" y="22"/>
                    </a:moveTo>
                    <a:cubicBezTo>
                      <a:pt x="7" y="16"/>
                      <a:pt x="14" y="9"/>
                      <a:pt x="19" y="0"/>
                    </a:cubicBezTo>
                    <a:cubicBezTo>
                      <a:pt x="11" y="6"/>
                      <a:pt x="5" y="14"/>
                      <a:pt x="0" y="2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8" name="Google Shape;688;p20"/>
              <p:cNvSpPr/>
              <p:nvPr/>
            </p:nvSpPr>
            <p:spPr>
              <a:xfrm rot="-766794">
                <a:off x="8101964" y="4446764"/>
                <a:ext cx="79373" cy="19049"/>
              </a:xfrm>
              <a:custGeom>
                <a:rect b="b" l="l" r="r" t="t"/>
                <a:pathLst>
                  <a:path extrusionOk="0" h="7" w="31">
                    <a:moveTo>
                      <a:pt x="0" y="7"/>
                    </a:moveTo>
                    <a:cubicBezTo>
                      <a:pt x="11" y="6"/>
                      <a:pt x="21" y="4"/>
                      <a:pt x="31" y="0"/>
                    </a:cubicBezTo>
                    <a:cubicBezTo>
                      <a:pt x="21" y="0"/>
                      <a:pt x="10" y="3"/>
                      <a:pt x="0" y="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9" name="Google Shape;689;p20"/>
              <p:cNvSpPr/>
              <p:nvPr/>
            </p:nvSpPr>
            <p:spPr>
              <a:xfrm rot="-766792">
                <a:off x="8230536" y="4387118"/>
                <a:ext cx="46037" cy="12700"/>
              </a:xfrm>
              <a:custGeom>
                <a:rect b="b" l="l" r="r" t="t"/>
                <a:pathLst>
                  <a:path extrusionOk="0" h="5" w="18">
                    <a:moveTo>
                      <a:pt x="0" y="5"/>
                    </a:moveTo>
                    <a:cubicBezTo>
                      <a:pt x="6" y="4"/>
                      <a:pt x="12" y="3"/>
                      <a:pt x="18" y="0"/>
                    </a:cubicBezTo>
                    <a:cubicBezTo>
                      <a:pt x="12" y="1"/>
                      <a:pt x="6" y="2"/>
                      <a:pt x="0" y="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0" name="Google Shape;690;p20"/>
              <p:cNvSpPr/>
              <p:nvPr/>
            </p:nvSpPr>
            <p:spPr>
              <a:xfrm rot="-766795">
                <a:off x="8191281" y="4408100"/>
                <a:ext cx="84136" cy="22224"/>
              </a:xfrm>
              <a:custGeom>
                <a:rect b="b" l="l" r="r" t="t"/>
                <a:pathLst>
                  <a:path extrusionOk="0" h="9" w="32">
                    <a:moveTo>
                      <a:pt x="0" y="9"/>
                    </a:moveTo>
                    <a:cubicBezTo>
                      <a:pt x="11" y="7"/>
                      <a:pt x="22" y="4"/>
                      <a:pt x="32" y="0"/>
                    </a:cubicBezTo>
                    <a:cubicBezTo>
                      <a:pt x="21" y="1"/>
                      <a:pt x="10" y="4"/>
                      <a:pt x="0" y="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1" name="Google Shape;691;p20"/>
              <p:cNvSpPr/>
              <p:nvPr/>
            </p:nvSpPr>
            <p:spPr>
              <a:xfrm rot="-766794">
                <a:off x="8237369" y="4430446"/>
                <a:ext cx="52387" cy="14288"/>
              </a:xfrm>
              <a:custGeom>
                <a:rect b="b" l="l" r="r" t="t"/>
                <a:pathLst>
                  <a:path extrusionOk="0" h="6" w="20">
                    <a:moveTo>
                      <a:pt x="0" y="6"/>
                    </a:moveTo>
                    <a:cubicBezTo>
                      <a:pt x="7" y="5"/>
                      <a:pt x="13" y="3"/>
                      <a:pt x="20" y="0"/>
                    </a:cubicBezTo>
                    <a:cubicBezTo>
                      <a:pt x="13" y="1"/>
                      <a:pt x="6" y="3"/>
                      <a:pt x="0" y="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2" name="Google Shape;692;p20"/>
              <p:cNvSpPr/>
              <p:nvPr/>
            </p:nvSpPr>
            <p:spPr>
              <a:xfrm rot="-766793">
                <a:off x="7758276" y="4553843"/>
                <a:ext cx="273042" cy="68261"/>
              </a:xfrm>
              <a:custGeom>
                <a:rect b="b" l="l" r="r" t="t"/>
                <a:pathLst>
                  <a:path extrusionOk="0" h="26" w="105">
                    <a:moveTo>
                      <a:pt x="76" y="3"/>
                    </a:moveTo>
                    <a:cubicBezTo>
                      <a:pt x="50" y="8"/>
                      <a:pt x="25" y="18"/>
                      <a:pt x="0" y="26"/>
                    </a:cubicBezTo>
                    <a:cubicBezTo>
                      <a:pt x="18" y="25"/>
                      <a:pt x="35" y="21"/>
                      <a:pt x="52" y="17"/>
                    </a:cubicBezTo>
                    <a:cubicBezTo>
                      <a:pt x="69" y="12"/>
                      <a:pt x="86" y="6"/>
                      <a:pt x="102" y="0"/>
                    </a:cubicBezTo>
                    <a:cubicBezTo>
                      <a:pt x="103" y="0"/>
                      <a:pt x="104" y="0"/>
                      <a:pt x="105" y="0"/>
                    </a:cubicBezTo>
                    <a:cubicBezTo>
                      <a:pt x="95" y="0"/>
                      <a:pt x="85" y="1"/>
                      <a:pt x="76" y="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3" name="Google Shape;693;p20"/>
              <p:cNvSpPr/>
              <p:nvPr/>
            </p:nvSpPr>
            <p:spPr>
              <a:xfrm rot="-766794">
                <a:off x="7968184" y="4555722"/>
                <a:ext cx="74611" cy="14288"/>
              </a:xfrm>
              <a:custGeom>
                <a:rect b="b" l="l" r="r" t="t"/>
                <a:pathLst>
                  <a:path extrusionOk="0" h="6" w="29">
                    <a:moveTo>
                      <a:pt x="0" y="6"/>
                    </a:moveTo>
                    <a:cubicBezTo>
                      <a:pt x="10" y="6"/>
                      <a:pt x="20" y="4"/>
                      <a:pt x="29" y="0"/>
                    </a:cubicBezTo>
                    <a:cubicBezTo>
                      <a:pt x="18" y="1"/>
                      <a:pt x="10" y="3"/>
                      <a:pt x="0" y="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4" name="Google Shape;694;p20"/>
              <p:cNvSpPr/>
              <p:nvPr/>
            </p:nvSpPr>
            <p:spPr>
              <a:xfrm rot="-766792">
                <a:off x="8050212" y="4599064"/>
                <a:ext cx="249231" cy="42862"/>
              </a:xfrm>
              <a:custGeom>
                <a:rect b="b" l="l" r="r" t="t"/>
                <a:pathLst>
                  <a:path extrusionOk="0" h="16" w="96">
                    <a:moveTo>
                      <a:pt x="95" y="0"/>
                    </a:moveTo>
                    <a:cubicBezTo>
                      <a:pt x="92" y="0"/>
                      <a:pt x="89" y="0"/>
                      <a:pt x="86" y="1"/>
                    </a:cubicBezTo>
                    <a:cubicBezTo>
                      <a:pt x="75" y="1"/>
                      <a:pt x="64" y="2"/>
                      <a:pt x="52" y="3"/>
                    </a:cubicBezTo>
                    <a:cubicBezTo>
                      <a:pt x="34" y="6"/>
                      <a:pt x="19" y="11"/>
                      <a:pt x="0" y="16"/>
                    </a:cubicBezTo>
                    <a:cubicBezTo>
                      <a:pt x="32" y="16"/>
                      <a:pt x="63" y="8"/>
                      <a:pt x="94" y="1"/>
                    </a:cubicBezTo>
                    <a:cubicBezTo>
                      <a:pt x="95" y="1"/>
                      <a:pt x="96" y="0"/>
                      <a:pt x="9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5" name="Google Shape;695;p20"/>
              <p:cNvSpPr/>
              <p:nvPr/>
            </p:nvSpPr>
            <p:spPr>
              <a:xfrm rot="-766792">
                <a:off x="8338212" y="4534631"/>
                <a:ext cx="36512" cy="7938"/>
              </a:xfrm>
              <a:custGeom>
                <a:rect b="b" l="l" r="r" t="t"/>
                <a:pathLst>
                  <a:path extrusionOk="0" h="3" w="14">
                    <a:moveTo>
                      <a:pt x="0" y="3"/>
                    </a:moveTo>
                    <a:cubicBezTo>
                      <a:pt x="5" y="3"/>
                      <a:pt x="9" y="2"/>
                      <a:pt x="14" y="0"/>
                    </a:cubicBezTo>
                    <a:cubicBezTo>
                      <a:pt x="9" y="0"/>
                      <a:pt x="5" y="1"/>
                      <a:pt x="0" y="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6" name="Google Shape;696;p20"/>
              <p:cNvSpPr/>
              <p:nvPr/>
            </p:nvSpPr>
            <p:spPr>
              <a:xfrm rot="-766792">
                <a:off x="7618149" y="4332961"/>
                <a:ext cx="1058834" cy="392102"/>
              </a:xfrm>
              <a:custGeom>
                <a:rect b="b" l="l" r="r" t="t"/>
                <a:pathLst>
                  <a:path extrusionOk="0" h="151" w="407">
                    <a:moveTo>
                      <a:pt x="402" y="1"/>
                    </a:moveTo>
                    <a:cubicBezTo>
                      <a:pt x="401" y="3"/>
                      <a:pt x="322" y="103"/>
                      <a:pt x="321" y="105"/>
                    </a:cubicBezTo>
                    <a:cubicBezTo>
                      <a:pt x="39" y="149"/>
                      <a:pt x="39" y="149"/>
                      <a:pt x="39" y="149"/>
                    </a:cubicBezTo>
                    <a:cubicBezTo>
                      <a:pt x="39" y="148"/>
                      <a:pt x="39" y="148"/>
                      <a:pt x="39" y="148"/>
                    </a:cubicBezTo>
                    <a:cubicBezTo>
                      <a:pt x="19" y="132"/>
                      <a:pt x="3" y="103"/>
                      <a:pt x="9" y="77"/>
                    </a:cubicBezTo>
                    <a:cubicBezTo>
                      <a:pt x="8" y="77"/>
                      <a:pt x="8" y="77"/>
                      <a:pt x="8" y="77"/>
                    </a:cubicBezTo>
                    <a:cubicBezTo>
                      <a:pt x="8" y="77"/>
                      <a:pt x="8" y="77"/>
                      <a:pt x="8" y="77"/>
                    </a:cubicBezTo>
                    <a:cubicBezTo>
                      <a:pt x="8" y="77"/>
                      <a:pt x="7" y="77"/>
                      <a:pt x="6" y="77"/>
                    </a:cubicBezTo>
                    <a:cubicBezTo>
                      <a:pt x="6" y="77"/>
                      <a:pt x="6" y="77"/>
                      <a:pt x="6" y="77"/>
                    </a:cubicBezTo>
                    <a:cubicBezTo>
                      <a:pt x="6" y="77"/>
                      <a:pt x="6" y="77"/>
                      <a:pt x="6" y="77"/>
                    </a:cubicBezTo>
                    <a:cubicBezTo>
                      <a:pt x="6" y="78"/>
                      <a:pt x="6" y="78"/>
                      <a:pt x="6" y="78"/>
                    </a:cubicBezTo>
                    <a:cubicBezTo>
                      <a:pt x="6" y="78"/>
                      <a:pt x="6" y="78"/>
                      <a:pt x="6" y="78"/>
                    </a:cubicBezTo>
                    <a:cubicBezTo>
                      <a:pt x="6" y="78"/>
                      <a:pt x="6" y="78"/>
                      <a:pt x="6" y="78"/>
                    </a:cubicBezTo>
                    <a:cubicBezTo>
                      <a:pt x="0" y="105"/>
                      <a:pt x="16" y="135"/>
                      <a:pt x="37" y="151"/>
                    </a:cubicBezTo>
                    <a:cubicBezTo>
                      <a:pt x="319" y="108"/>
                      <a:pt x="319" y="108"/>
                      <a:pt x="319" y="108"/>
                    </a:cubicBezTo>
                    <a:cubicBezTo>
                      <a:pt x="324" y="107"/>
                      <a:pt x="324" y="107"/>
                      <a:pt x="324" y="107"/>
                    </a:cubicBezTo>
                    <a:cubicBezTo>
                      <a:pt x="407" y="0"/>
                      <a:pt x="407" y="0"/>
                      <a:pt x="407" y="0"/>
                    </a:cubicBezTo>
                    <a:cubicBezTo>
                      <a:pt x="402" y="1"/>
                      <a:pt x="402" y="1"/>
                      <a:pt x="402" y="1"/>
                    </a:cubicBezTo>
                  </a:path>
                </a:pathLst>
              </a:custGeom>
              <a:solidFill>
                <a:srgbClr val="7A8C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7" name="Google Shape;697;p20"/>
              <p:cNvSpPr/>
              <p:nvPr/>
            </p:nvSpPr>
            <p:spPr>
              <a:xfrm rot="-766793">
                <a:off x="7629123" y="4331732"/>
                <a:ext cx="1047720" cy="392102"/>
              </a:xfrm>
              <a:custGeom>
                <a:rect b="b" l="l" r="r" t="t"/>
                <a:pathLst>
                  <a:path extrusionOk="0" h="151" w="403">
                    <a:moveTo>
                      <a:pt x="403" y="0"/>
                    </a:moveTo>
                    <a:cubicBezTo>
                      <a:pt x="398" y="1"/>
                      <a:pt x="398" y="1"/>
                      <a:pt x="398" y="1"/>
                    </a:cubicBezTo>
                    <a:cubicBezTo>
                      <a:pt x="398" y="1"/>
                      <a:pt x="398" y="1"/>
                      <a:pt x="398" y="1"/>
                    </a:cubicBezTo>
                    <a:cubicBezTo>
                      <a:pt x="398" y="1"/>
                      <a:pt x="398" y="1"/>
                      <a:pt x="398" y="1"/>
                    </a:cubicBezTo>
                    <a:cubicBezTo>
                      <a:pt x="397" y="3"/>
                      <a:pt x="318" y="103"/>
                      <a:pt x="317" y="105"/>
                    </a:cubicBezTo>
                    <a:cubicBezTo>
                      <a:pt x="317" y="105"/>
                      <a:pt x="317" y="105"/>
                      <a:pt x="317" y="105"/>
                    </a:cubicBezTo>
                    <a:cubicBezTo>
                      <a:pt x="35" y="149"/>
                      <a:pt x="35" y="149"/>
                      <a:pt x="35" y="149"/>
                    </a:cubicBezTo>
                    <a:cubicBezTo>
                      <a:pt x="35" y="148"/>
                      <a:pt x="35" y="148"/>
                      <a:pt x="35" y="148"/>
                    </a:cubicBezTo>
                    <a:cubicBezTo>
                      <a:pt x="28" y="143"/>
                      <a:pt x="22" y="136"/>
                      <a:pt x="16" y="128"/>
                    </a:cubicBezTo>
                    <a:cubicBezTo>
                      <a:pt x="16" y="128"/>
                      <a:pt x="16" y="128"/>
                      <a:pt x="16" y="128"/>
                    </a:cubicBezTo>
                    <a:cubicBezTo>
                      <a:pt x="16" y="128"/>
                      <a:pt x="16" y="127"/>
                      <a:pt x="16" y="127"/>
                    </a:cubicBezTo>
                    <a:cubicBezTo>
                      <a:pt x="16" y="127"/>
                      <a:pt x="16" y="127"/>
                      <a:pt x="16" y="127"/>
                    </a:cubicBezTo>
                    <a:cubicBezTo>
                      <a:pt x="16" y="127"/>
                      <a:pt x="16" y="127"/>
                      <a:pt x="16" y="127"/>
                    </a:cubicBezTo>
                    <a:cubicBezTo>
                      <a:pt x="11" y="119"/>
                      <a:pt x="7" y="110"/>
                      <a:pt x="5" y="101"/>
                    </a:cubicBezTo>
                    <a:cubicBezTo>
                      <a:pt x="5" y="101"/>
                      <a:pt x="5" y="101"/>
                      <a:pt x="5" y="101"/>
                    </a:cubicBezTo>
                    <a:cubicBezTo>
                      <a:pt x="5" y="101"/>
                      <a:pt x="5" y="101"/>
                      <a:pt x="5" y="101"/>
                    </a:cubicBezTo>
                    <a:cubicBezTo>
                      <a:pt x="5" y="101"/>
                      <a:pt x="5" y="101"/>
                      <a:pt x="5" y="101"/>
                    </a:cubicBezTo>
                    <a:cubicBezTo>
                      <a:pt x="5" y="101"/>
                      <a:pt x="5" y="101"/>
                      <a:pt x="5" y="101"/>
                    </a:cubicBezTo>
                    <a:cubicBezTo>
                      <a:pt x="5" y="100"/>
                      <a:pt x="5" y="100"/>
                      <a:pt x="5" y="100"/>
                    </a:cubicBezTo>
                    <a:cubicBezTo>
                      <a:pt x="5" y="100"/>
                      <a:pt x="5" y="100"/>
                      <a:pt x="5" y="100"/>
                    </a:cubicBezTo>
                    <a:cubicBezTo>
                      <a:pt x="5" y="100"/>
                      <a:pt x="5" y="100"/>
                      <a:pt x="5" y="100"/>
                    </a:cubicBezTo>
                    <a:cubicBezTo>
                      <a:pt x="5" y="100"/>
                      <a:pt x="5" y="100"/>
                      <a:pt x="5" y="100"/>
                    </a:cubicBezTo>
                    <a:cubicBezTo>
                      <a:pt x="4" y="96"/>
                      <a:pt x="4" y="91"/>
                      <a:pt x="4" y="87"/>
                    </a:cubicBezTo>
                    <a:cubicBezTo>
                      <a:pt x="4" y="84"/>
                      <a:pt x="4" y="80"/>
                      <a:pt x="5" y="77"/>
                    </a:cubicBezTo>
                    <a:cubicBezTo>
                      <a:pt x="5" y="77"/>
                      <a:pt x="5" y="77"/>
                      <a:pt x="5" y="77"/>
                    </a:cubicBezTo>
                    <a:cubicBezTo>
                      <a:pt x="4" y="77"/>
                      <a:pt x="4" y="77"/>
                      <a:pt x="4" y="77"/>
                    </a:cubicBezTo>
                    <a:cubicBezTo>
                      <a:pt x="4" y="77"/>
                      <a:pt x="4" y="77"/>
                      <a:pt x="4" y="77"/>
                    </a:cubicBezTo>
                    <a:cubicBezTo>
                      <a:pt x="4" y="77"/>
                      <a:pt x="4" y="77"/>
                      <a:pt x="4" y="77"/>
                    </a:cubicBezTo>
                    <a:cubicBezTo>
                      <a:pt x="4" y="77"/>
                      <a:pt x="4" y="77"/>
                      <a:pt x="4" y="77"/>
                    </a:cubicBezTo>
                    <a:cubicBezTo>
                      <a:pt x="4" y="77"/>
                      <a:pt x="3" y="77"/>
                      <a:pt x="2" y="77"/>
                    </a:cubicBezTo>
                    <a:cubicBezTo>
                      <a:pt x="2" y="77"/>
                      <a:pt x="2" y="77"/>
                      <a:pt x="2" y="77"/>
                    </a:cubicBezTo>
                    <a:cubicBezTo>
                      <a:pt x="2" y="77"/>
                      <a:pt x="2" y="77"/>
                      <a:pt x="2" y="77"/>
                    </a:cubicBezTo>
                    <a:cubicBezTo>
                      <a:pt x="2" y="77"/>
                      <a:pt x="2" y="77"/>
                      <a:pt x="2" y="77"/>
                    </a:cubicBezTo>
                    <a:cubicBezTo>
                      <a:pt x="2" y="77"/>
                      <a:pt x="2" y="77"/>
                      <a:pt x="2" y="77"/>
                    </a:cubicBezTo>
                    <a:cubicBezTo>
                      <a:pt x="2" y="78"/>
                      <a:pt x="2" y="78"/>
                      <a:pt x="2" y="78"/>
                    </a:cubicBezTo>
                    <a:cubicBezTo>
                      <a:pt x="1" y="80"/>
                      <a:pt x="1" y="81"/>
                      <a:pt x="1" y="82"/>
                    </a:cubicBezTo>
                    <a:cubicBezTo>
                      <a:pt x="1" y="85"/>
                      <a:pt x="0" y="87"/>
                      <a:pt x="0" y="89"/>
                    </a:cubicBezTo>
                    <a:cubicBezTo>
                      <a:pt x="1" y="113"/>
                      <a:pt x="14" y="137"/>
                      <a:pt x="33" y="151"/>
                    </a:cubicBezTo>
                    <a:cubicBezTo>
                      <a:pt x="315" y="108"/>
                      <a:pt x="315" y="108"/>
                      <a:pt x="315" y="108"/>
                    </a:cubicBezTo>
                    <a:cubicBezTo>
                      <a:pt x="320" y="107"/>
                      <a:pt x="320" y="107"/>
                      <a:pt x="320" y="107"/>
                    </a:cubicBezTo>
                    <a:cubicBezTo>
                      <a:pt x="403" y="0"/>
                      <a:pt x="403" y="0"/>
                      <a:pt x="403"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8" name="Google Shape;698;p20"/>
              <p:cNvSpPr/>
              <p:nvPr/>
            </p:nvSpPr>
            <p:spPr>
              <a:xfrm rot="-766794">
                <a:off x="7861599" y="4573703"/>
                <a:ext cx="158746" cy="277805"/>
              </a:xfrm>
              <a:custGeom>
                <a:rect b="b" l="l" r="r" t="t"/>
                <a:pathLst>
                  <a:path extrusionOk="0" h="107" w="61">
                    <a:moveTo>
                      <a:pt x="51" y="46"/>
                    </a:moveTo>
                    <a:cubicBezTo>
                      <a:pt x="54" y="59"/>
                      <a:pt x="58" y="72"/>
                      <a:pt x="60" y="85"/>
                    </a:cubicBezTo>
                    <a:cubicBezTo>
                      <a:pt x="60" y="90"/>
                      <a:pt x="61" y="94"/>
                      <a:pt x="61" y="98"/>
                    </a:cubicBezTo>
                    <a:cubicBezTo>
                      <a:pt x="61" y="99"/>
                      <a:pt x="61" y="100"/>
                      <a:pt x="60" y="101"/>
                    </a:cubicBezTo>
                    <a:cubicBezTo>
                      <a:pt x="15" y="107"/>
                      <a:pt x="15" y="107"/>
                      <a:pt x="15" y="107"/>
                    </a:cubicBezTo>
                    <a:cubicBezTo>
                      <a:pt x="19" y="105"/>
                      <a:pt x="13" y="83"/>
                      <a:pt x="12" y="79"/>
                    </a:cubicBezTo>
                    <a:cubicBezTo>
                      <a:pt x="7" y="56"/>
                      <a:pt x="0" y="33"/>
                      <a:pt x="0" y="10"/>
                    </a:cubicBezTo>
                    <a:cubicBezTo>
                      <a:pt x="45" y="0"/>
                      <a:pt x="45" y="0"/>
                      <a:pt x="45" y="0"/>
                    </a:cubicBezTo>
                    <a:cubicBezTo>
                      <a:pt x="45" y="15"/>
                      <a:pt x="48" y="31"/>
                      <a:pt x="51" y="4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9" name="Google Shape;699;p20"/>
              <p:cNvSpPr/>
              <p:nvPr/>
            </p:nvSpPr>
            <p:spPr>
              <a:xfrm rot="-766794">
                <a:off x="7892830" y="4780105"/>
                <a:ext cx="147634" cy="69848"/>
              </a:xfrm>
              <a:custGeom>
                <a:rect b="b" l="l" r="r" t="t"/>
                <a:pathLst>
                  <a:path extrusionOk="0" h="27" w="57">
                    <a:moveTo>
                      <a:pt x="57" y="21"/>
                    </a:moveTo>
                    <a:cubicBezTo>
                      <a:pt x="12" y="27"/>
                      <a:pt x="12" y="27"/>
                      <a:pt x="12" y="27"/>
                    </a:cubicBezTo>
                    <a:cubicBezTo>
                      <a:pt x="11" y="27"/>
                      <a:pt x="10" y="26"/>
                      <a:pt x="9" y="24"/>
                    </a:cubicBezTo>
                    <a:cubicBezTo>
                      <a:pt x="7" y="20"/>
                      <a:pt x="4" y="7"/>
                      <a:pt x="0" y="7"/>
                    </a:cubicBezTo>
                    <a:cubicBezTo>
                      <a:pt x="45" y="0"/>
                      <a:pt x="45" y="0"/>
                      <a:pt x="45" y="0"/>
                    </a:cubicBezTo>
                    <a:cubicBezTo>
                      <a:pt x="45" y="0"/>
                      <a:pt x="46" y="1"/>
                      <a:pt x="47" y="1"/>
                    </a:cubicBezTo>
                    <a:cubicBezTo>
                      <a:pt x="50" y="5"/>
                      <a:pt x="52" y="20"/>
                      <a:pt x="57"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0" name="Google Shape;700;p20"/>
              <p:cNvSpPr/>
              <p:nvPr/>
            </p:nvSpPr>
            <p:spPr>
              <a:xfrm rot="-766794">
                <a:off x="7890586" y="4781614"/>
                <a:ext cx="131759" cy="134934"/>
              </a:xfrm>
              <a:custGeom>
                <a:rect b="b" l="l" r="r" t="t"/>
                <a:pathLst>
                  <a:path extrusionOk="0" h="52" w="51">
                    <a:moveTo>
                      <a:pt x="46" y="11"/>
                    </a:moveTo>
                    <a:cubicBezTo>
                      <a:pt x="45" y="19"/>
                      <a:pt x="51" y="41"/>
                      <a:pt x="46" y="46"/>
                    </a:cubicBezTo>
                    <a:cubicBezTo>
                      <a:pt x="46" y="47"/>
                      <a:pt x="3" y="51"/>
                      <a:pt x="2" y="52"/>
                    </a:cubicBezTo>
                    <a:cubicBezTo>
                      <a:pt x="6" y="50"/>
                      <a:pt x="4" y="39"/>
                      <a:pt x="4" y="36"/>
                    </a:cubicBezTo>
                    <a:cubicBezTo>
                      <a:pt x="4" y="29"/>
                      <a:pt x="0" y="12"/>
                      <a:pt x="4" y="7"/>
                    </a:cubicBezTo>
                    <a:cubicBezTo>
                      <a:pt x="4" y="7"/>
                      <a:pt x="48" y="0"/>
                      <a:pt x="48" y="0"/>
                    </a:cubicBezTo>
                    <a:cubicBezTo>
                      <a:pt x="46" y="1"/>
                      <a:pt x="46" y="8"/>
                      <a:pt x="46" y="1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01" name="Google Shape;701;p20"/>
            <p:cNvGrpSpPr/>
            <p:nvPr/>
          </p:nvGrpSpPr>
          <p:grpSpPr>
            <a:xfrm rot="1973167">
              <a:off x="7745337" y="-114909"/>
              <a:ext cx="879434" cy="483398"/>
              <a:chOff x="6250913" y="1598225"/>
              <a:chExt cx="958850" cy="527051"/>
            </a:xfrm>
          </p:grpSpPr>
          <p:sp>
            <p:nvSpPr>
              <p:cNvPr id="702" name="Google Shape;702;p20"/>
              <p:cNvSpPr/>
              <p:nvPr/>
            </p:nvSpPr>
            <p:spPr>
              <a:xfrm>
                <a:off x="6250912" y="1598225"/>
                <a:ext cx="958850" cy="527050"/>
              </a:xfrm>
              <a:custGeom>
                <a:rect b="b" l="l" r="r" t="t"/>
                <a:pathLst>
                  <a:path extrusionOk="0" h="173" w="315">
                    <a:moveTo>
                      <a:pt x="305" y="131"/>
                    </a:moveTo>
                    <a:cubicBezTo>
                      <a:pt x="301" y="156"/>
                      <a:pt x="278" y="173"/>
                      <a:pt x="253" y="170"/>
                    </a:cubicBezTo>
                    <a:cubicBezTo>
                      <a:pt x="42" y="140"/>
                      <a:pt x="42" y="140"/>
                      <a:pt x="42" y="140"/>
                    </a:cubicBezTo>
                    <a:cubicBezTo>
                      <a:pt x="17" y="136"/>
                      <a:pt x="0" y="113"/>
                      <a:pt x="4" y="88"/>
                    </a:cubicBezTo>
                    <a:cubicBezTo>
                      <a:pt x="10" y="43"/>
                      <a:pt x="10" y="43"/>
                      <a:pt x="10" y="43"/>
                    </a:cubicBezTo>
                    <a:cubicBezTo>
                      <a:pt x="14" y="18"/>
                      <a:pt x="37" y="0"/>
                      <a:pt x="62" y="4"/>
                    </a:cubicBezTo>
                    <a:cubicBezTo>
                      <a:pt x="272" y="34"/>
                      <a:pt x="272" y="34"/>
                      <a:pt x="272" y="34"/>
                    </a:cubicBezTo>
                    <a:cubicBezTo>
                      <a:pt x="297" y="37"/>
                      <a:pt x="315" y="61"/>
                      <a:pt x="311" y="86"/>
                    </a:cubicBezTo>
                    <a:lnTo>
                      <a:pt x="305" y="13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3" name="Google Shape;703;p20"/>
              <p:cNvSpPr/>
              <p:nvPr/>
            </p:nvSpPr>
            <p:spPr>
              <a:xfrm>
                <a:off x="6698588" y="1656963"/>
                <a:ext cx="511175" cy="468313"/>
              </a:xfrm>
              <a:custGeom>
                <a:rect b="b" l="l" r="r" t="t"/>
                <a:pathLst>
                  <a:path extrusionOk="0" h="154" w="168">
                    <a:moveTo>
                      <a:pt x="19" y="0"/>
                    </a:moveTo>
                    <a:cubicBezTo>
                      <a:pt x="125" y="15"/>
                      <a:pt x="125" y="15"/>
                      <a:pt x="125" y="15"/>
                    </a:cubicBezTo>
                    <a:cubicBezTo>
                      <a:pt x="150" y="18"/>
                      <a:pt x="168" y="42"/>
                      <a:pt x="164" y="67"/>
                    </a:cubicBezTo>
                    <a:cubicBezTo>
                      <a:pt x="158" y="112"/>
                      <a:pt x="158" y="112"/>
                      <a:pt x="158" y="112"/>
                    </a:cubicBezTo>
                    <a:cubicBezTo>
                      <a:pt x="154" y="137"/>
                      <a:pt x="131" y="154"/>
                      <a:pt x="106" y="151"/>
                    </a:cubicBezTo>
                    <a:cubicBezTo>
                      <a:pt x="0" y="136"/>
                      <a:pt x="0" y="136"/>
                      <a:pt x="0" y="136"/>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4" name="Google Shape;704;p20"/>
              <p:cNvSpPr/>
              <p:nvPr/>
            </p:nvSpPr>
            <p:spPr>
              <a:xfrm>
                <a:off x="6306475" y="1650613"/>
                <a:ext cx="849313" cy="427038"/>
              </a:xfrm>
              <a:custGeom>
                <a:rect b="b" l="l" r="r" t="t"/>
                <a:pathLst>
                  <a:path extrusionOk="0" h="140" w="279">
                    <a:moveTo>
                      <a:pt x="271" y="107"/>
                    </a:moveTo>
                    <a:cubicBezTo>
                      <a:pt x="268" y="106"/>
                      <a:pt x="268" y="106"/>
                      <a:pt x="268" y="106"/>
                    </a:cubicBezTo>
                    <a:cubicBezTo>
                      <a:pt x="267" y="114"/>
                      <a:pt x="262" y="121"/>
                      <a:pt x="256" y="126"/>
                    </a:cubicBezTo>
                    <a:cubicBezTo>
                      <a:pt x="249" y="131"/>
                      <a:pt x="241" y="134"/>
                      <a:pt x="232" y="134"/>
                    </a:cubicBezTo>
                    <a:cubicBezTo>
                      <a:pt x="230" y="134"/>
                      <a:pt x="228" y="134"/>
                      <a:pt x="226" y="133"/>
                    </a:cubicBezTo>
                    <a:cubicBezTo>
                      <a:pt x="39" y="107"/>
                      <a:pt x="39" y="107"/>
                      <a:pt x="39" y="107"/>
                    </a:cubicBezTo>
                    <a:cubicBezTo>
                      <a:pt x="29" y="105"/>
                      <a:pt x="21" y="101"/>
                      <a:pt x="15" y="95"/>
                    </a:cubicBezTo>
                    <a:cubicBezTo>
                      <a:pt x="9" y="89"/>
                      <a:pt x="5" y="81"/>
                      <a:pt x="5" y="73"/>
                    </a:cubicBezTo>
                    <a:cubicBezTo>
                      <a:pt x="5" y="72"/>
                      <a:pt x="6" y="70"/>
                      <a:pt x="6" y="69"/>
                    </a:cubicBezTo>
                    <a:cubicBezTo>
                      <a:pt x="11" y="34"/>
                      <a:pt x="11" y="34"/>
                      <a:pt x="11" y="34"/>
                    </a:cubicBezTo>
                    <a:cubicBezTo>
                      <a:pt x="12" y="25"/>
                      <a:pt x="16" y="19"/>
                      <a:pt x="23" y="14"/>
                    </a:cubicBezTo>
                    <a:cubicBezTo>
                      <a:pt x="29" y="9"/>
                      <a:pt x="38" y="6"/>
                      <a:pt x="47" y="6"/>
                    </a:cubicBezTo>
                    <a:cubicBezTo>
                      <a:pt x="49" y="6"/>
                      <a:pt x="51" y="6"/>
                      <a:pt x="53" y="6"/>
                    </a:cubicBezTo>
                    <a:cubicBezTo>
                      <a:pt x="240" y="33"/>
                      <a:pt x="240" y="33"/>
                      <a:pt x="240" y="33"/>
                    </a:cubicBezTo>
                    <a:cubicBezTo>
                      <a:pt x="250" y="34"/>
                      <a:pt x="258" y="39"/>
                      <a:pt x="264" y="45"/>
                    </a:cubicBezTo>
                    <a:cubicBezTo>
                      <a:pt x="270" y="51"/>
                      <a:pt x="273" y="59"/>
                      <a:pt x="273" y="67"/>
                    </a:cubicBezTo>
                    <a:cubicBezTo>
                      <a:pt x="273" y="68"/>
                      <a:pt x="273" y="69"/>
                      <a:pt x="273" y="71"/>
                    </a:cubicBezTo>
                    <a:cubicBezTo>
                      <a:pt x="268" y="106"/>
                      <a:pt x="268" y="106"/>
                      <a:pt x="268" y="106"/>
                    </a:cubicBezTo>
                    <a:cubicBezTo>
                      <a:pt x="271" y="107"/>
                      <a:pt x="271" y="107"/>
                      <a:pt x="271" y="107"/>
                    </a:cubicBezTo>
                    <a:cubicBezTo>
                      <a:pt x="274" y="107"/>
                      <a:pt x="274" y="107"/>
                      <a:pt x="274" y="107"/>
                    </a:cubicBezTo>
                    <a:cubicBezTo>
                      <a:pt x="279" y="72"/>
                      <a:pt x="279" y="72"/>
                      <a:pt x="279" y="72"/>
                    </a:cubicBezTo>
                    <a:cubicBezTo>
                      <a:pt x="279" y="70"/>
                      <a:pt x="279" y="68"/>
                      <a:pt x="279" y="67"/>
                    </a:cubicBezTo>
                    <a:cubicBezTo>
                      <a:pt x="279" y="57"/>
                      <a:pt x="275" y="48"/>
                      <a:pt x="268" y="41"/>
                    </a:cubicBezTo>
                    <a:cubicBezTo>
                      <a:pt x="261" y="34"/>
                      <a:pt x="252" y="29"/>
                      <a:pt x="241" y="27"/>
                    </a:cubicBezTo>
                    <a:cubicBezTo>
                      <a:pt x="54" y="0"/>
                      <a:pt x="54" y="0"/>
                      <a:pt x="54" y="0"/>
                    </a:cubicBezTo>
                    <a:cubicBezTo>
                      <a:pt x="51" y="0"/>
                      <a:pt x="49" y="0"/>
                      <a:pt x="47" y="0"/>
                    </a:cubicBezTo>
                    <a:cubicBezTo>
                      <a:pt x="36" y="0"/>
                      <a:pt x="27" y="3"/>
                      <a:pt x="19" y="9"/>
                    </a:cubicBezTo>
                    <a:cubicBezTo>
                      <a:pt x="12" y="15"/>
                      <a:pt x="6" y="23"/>
                      <a:pt x="5" y="33"/>
                    </a:cubicBezTo>
                    <a:cubicBezTo>
                      <a:pt x="0" y="68"/>
                      <a:pt x="0" y="68"/>
                      <a:pt x="0" y="68"/>
                    </a:cubicBezTo>
                    <a:cubicBezTo>
                      <a:pt x="0" y="70"/>
                      <a:pt x="0" y="71"/>
                      <a:pt x="0" y="73"/>
                    </a:cubicBezTo>
                    <a:cubicBezTo>
                      <a:pt x="0" y="83"/>
                      <a:pt x="4" y="92"/>
                      <a:pt x="10" y="99"/>
                    </a:cubicBezTo>
                    <a:cubicBezTo>
                      <a:pt x="17" y="106"/>
                      <a:pt x="27" y="111"/>
                      <a:pt x="38" y="113"/>
                    </a:cubicBezTo>
                    <a:cubicBezTo>
                      <a:pt x="225" y="139"/>
                      <a:pt x="225" y="139"/>
                      <a:pt x="225" y="139"/>
                    </a:cubicBezTo>
                    <a:cubicBezTo>
                      <a:pt x="227" y="140"/>
                      <a:pt x="230" y="140"/>
                      <a:pt x="232" y="140"/>
                    </a:cubicBezTo>
                    <a:cubicBezTo>
                      <a:pt x="242" y="140"/>
                      <a:pt x="252" y="137"/>
                      <a:pt x="259" y="131"/>
                    </a:cubicBezTo>
                    <a:cubicBezTo>
                      <a:pt x="267" y="125"/>
                      <a:pt x="272" y="117"/>
                      <a:pt x="274" y="107"/>
                    </a:cubicBezTo>
                    <a:lnTo>
                      <a:pt x="271" y="107"/>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05" name="Google Shape;705;p20"/>
            <p:cNvSpPr/>
            <p:nvPr/>
          </p:nvSpPr>
          <p:spPr>
            <a:xfrm>
              <a:off x="8779802" y="44502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06" name="Google Shape;706;p20"/>
            <p:cNvGrpSpPr/>
            <p:nvPr/>
          </p:nvGrpSpPr>
          <p:grpSpPr>
            <a:xfrm rot="-1888411">
              <a:off x="952544" y="4772644"/>
              <a:ext cx="724474" cy="513335"/>
              <a:chOff x="6180688" y="2320538"/>
              <a:chExt cx="1149350" cy="814387"/>
            </a:xfrm>
          </p:grpSpPr>
          <p:sp>
            <p:nvSpPr>
              <p:cNvPr id="707" name="Google Shape;707;p20"/>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8" name="Google Shape;708;p20"/>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9" name="Google Shape;709;p20"/>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0" name="Google Shape;710;p20"/>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1" name="Google Shape;711;p20"/>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2" name="Google Shape;712;p20"/>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3" name="Google Shape;713;p20"/>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14" name="Google Shape;714;p20"/>
            <p:cNvGrpSpPr/>
            <p:nvPr/>
          </p:nvGrpSpPr>
          <p:grpSpPr>
            <a:xfrm rot="-5767326">
              <a:off x="816710" y="4705669"/>
              <a:ext cx="363996" cy="216194"/>
              <a:chOff x="6191763" y="4215150"/>
              <a:chExt cx="261938" cy="155576"/>
            </a:xfrm>
          </p:grpSpPr>
          <p:sp>
            <p:nvSpPr>
              <p:cNvPr id="715" name="Google Shape;715;p20"/>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6" name="Google Shape;716;p20"/>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17" name="Shape 717"/>
        <p:cNvGrpSpPr/>
        <p:nvPr/>
      </p:nvGrpSpPr>
      <p:grpSpPr>
        <a:xfrm>
          <a:off x="0" y="0"/>
          <a:ext cx="0" cy="0"/>
          <a:chOff x="0" y="0"/>
          <a:chExt cx="0" cy="0"/>
        </a:xfrm>
      </p:grpSpPr>
      <p:pic>
        <p:nvPicPr>
          <p:cNvPr id="718" name="Google Shape;718;p21"/>
          <p:cNvPicPr preferRelativeResize="0"/>
          <p:nvPr/>
        </p:nvPicPr>
        <p:blipFill>
          <a:blip r:embed="rId2">
            <a:alphaModFix/>
          </a:blip>
          <a:stretch>
            <a:fillRect/>
          </a:stretch>
        </p:blipFill>
        <p:spPr>
          <a:xfrm>
            <a:off x="220375" y="219125"/>
            <a:ext cx="8702828" cy="4703575"/>
          </a:xfrm>
          <a:prstGeom prst="rect">
            <a:avLst/>
          </a:prstGeom>
          <a:noFill/>
          <a:ln>
            <a:noFill/>
          </a:ln>
        </p:spPr>
      </p:pic>
      <p:sp>
        <p:nvSpPr>
          <p:cNvPr id="719" name="Google Shape;719;p21"/>
          <p:cNvSpPr txBox="1"/>
          <p:nvPr>
            <p:ph type="title"/>
          </p:nvPr>
        </p:nvSpPr>
        <p:spPr>
          <a:xfrm>
            <a:off x="713267" y="539500"/>
            <a:ext cx="3750000" cy="968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sz="60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20" name="Google Shape;720;p21"/>
          <p:cNvSpPr txBox="1"/>
          <p:nvPr>
            <p:ph idx="1" type="subTitle"/>
          </p:nvPr>
        </p:nvSpPr>
        <p:spPr>
          <a:xfrm>
            <a:off x="713225" y="1508200"/>
            <a:ext cx="3750000" cy="123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1" name="Google Shape;721;p21"/>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hlink"/>
                </a:solidFill>
                <a:latin typeface="DM Sans"/>
                <a:ea typeface="DM Sans"/>
                <a:cs typeface="DM Sans"/>
                <a:sym typeface="DM Sans"/>
                <a:hlinkClick r:id="rId3"/>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5">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
        <p:nvSpPr>
          <p:cNvPr id="722" name="Google Shape;722;p21"/>
          <p:cNvSpPr/>
          <p:nvPr/>
        </p:nvSpPr>
        <p:spPr>
          <a:xfrm rot="2700000">
            <a:off x="8725473" y="57547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723" name="Shape 723"/>
        <p:cNvGrpSpPr/>
        <p:nvPr/>
      </p:nvGrpSpPr>
      <p:grpSpPr>
        <a:xfrm>
          <a:off x="0" y="0"/>
          <a:ext cx="0" cy="0"/>
          <a:chOff x="0" y="0"/>
          <a:chExt cx="0" cy="0"/>
        </a:xfrm>
      </p:grpSpPr>
      <p:pic>
        <p:nvPicPr>
          <p:cNvPr id="724" name="Google Shape;724;p22"/>
          <p:cNvPicPr preferRelativeResize="0"/>
          <p:nvPr/>
        </p:nvPicPr>
        <p:blipFill>
          <a:blip r:embed="rId2">
            <a:alphaModFix/>
          </a:blip>
          <a:stretch>
            <a:fillRect/>
          </a:stretch>
        </p:blipFill>
        <p:spPr>
          <a:xfrm>
            <a:off x="220375" y="219125"/>
            <a:ext cx="8702828" cy="4703575"/>
          </a:xfrm>
          <a:prstGeom prst="rect">
            <a:avLst/>
          </a:prstGeom>
          <a:noFill/>
          <a:ln>
            <a:noFill/>
          </a:ln>
        </p:spPr>
      </p:pic>
      <p:grpSp>
        <p:nvGrpSpPr>
          <p:cNvPr id="725" name="Google Shape;725;p22"/>
          <p:cNvGrpSpPr/>
          <p:nvPr/>
        </p:nvGrpSpPr>
        <p:grpSpPr>
          <a:xfrm>
            <a:off x="153004" y="-239249"/>
            <a:ext cx="9585524" cy="5825242"/>
            <a:chOff x="153004" y="-239249"/>
            <a:chExt cx="9585524" cy="5825242"/>
          </a:xfrm>
        </p:grpSpPr>
        <p:grpSp>
          <p:nvGrpSpPr>
            <p:cNvPr id="726" name="Google Shape;726;p22"/>
            <p:cNvGrpSpPr/>
            <p:nvPr/>
          </p:nvGrpSpPr>
          <p:grpSpPr>
            <a:xfrm>
              <a:off x="8200992" y="771317"/>
              <a:ext cx="1537535" cy="1360914"/>
              <a:chOff x="6589856" y="3409662"/>
              <a:chExt cx="2438983" cy="2158810"/>
            </a:xfrm>
          </p:grpSpPr>
          <p:sp>
            <p:nvSpPr>
              <p:cNvPr id="727" name="Google Shape;727;p22"/>
              <p:cNvSpPr/>
              <p:nvPr/>
            </p:nvSpPr>
            <p:spPr>
              <a:xfrm rot="-4170570">
                <a:off x="7398034" y="3755709"/>
                <a:ext cx="734114" cy="1660307"/>
              </a:xfrm>
              <a:custGeom>
                <a:rect b="b" l="l" r="r" t="t"/>
                <a:pathLst>
                  <a:path extrusionOk="0" h="385" w="170">
                    <a:moveTo>
                      <a:pt x="7" y="251"/>
                    </a:moveTo>
                    <a:cubicBezTo>
                      <a:pt x="0" y="385"/>
                      <a:pt x="0" y="385"/>
                      <a:pt x="0" y="385"/>
                    </a:cubicBezTo>
                    <a:cubicBezTo>
                      <a:pt x="164" y="128"/>
                      <a:pt x="164" y="128"/>
                      <a:pt x="164" y="128"/>
                    </a:cubicBezTo>
                    <a:cubicBezTo>
                      <a:pt x="170" y="4"/>
                      <a:pt x="170" y="4"/>
                      <a:pt x="170" y="4"/>
                    </a:cubicBezTo>
                    <a:cubicBezTo>
                      <a:pt x="170" y="1"/>
                      <a:pt x="167" y="0"/>
                      <a:pt x="165" y="2"/>
                    </a:cubicBezTo>
                    <a:lnTo>
                      <a:pt x="7" y="25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8" name="Google Shape;728;p22"/>
              <p:cNvSpPr/>
              <p:nvPr/>
            </p:nvSpPr>
            <p:spPr>
              <a:xfrm rot="-4170570">
                <a:off x="7170606" y="3826193"/>
                <a:ext cx="907775" cy="1768186"/>
              </a:xfrm>
              <a:custGeom>
                <a:rect b="b" l="l" r="r" t="t"/>
                <a:pathLst>
                  <a:path extrusionOk="0" h="410" w="211">
                    <a:moveTo>
                      <a:pt x="0" y="254"/>
                    </a:moveTo>
                    <a:cubicBezTo>
                      <a:pt x="47" y="410"/>
                      <a:pt x="47" y="410"/>
                      <a:pt x="47" y="410"/>
                    </a:cubicBezTo>
                    <a:cubicBezTo>
                      <a:pt x="211" y="153"/>
                      <a:pt x="211" y="153"/>
                      <a:pt x="211" y="153"/>
                    </a:cubicBezTo>
                    <a:cubicBezTo>
                      <a:pt x="166" y="3"/>
                      <a:pt x="166" y="3"/>
                      <a:pt x="166" y="3"/>
                    </a:cubicBezTo>
                    <a:cubicBezTo>
                      <a:pt x="165" y="1"/>
                      <a:pt x="162" y="0"/>
                      <a:pt x="161" y="2"/>
                    </a:cubicBezTo>
                    <a:lnTo>
                      <a:pt x="0" y="25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9" name="Google Shape;729;p22"/>
              <p:cNvSpPr/>
              <p:nvPr/>
            </p:nvSpPr>
            <p:spPr>
              <a:xfrm rot="-4170570">
                <a:off x="7296641" y="3799265"/>
                <a:ext cx="763056" cy="1707669"/>
              </a:xfrm>
              <a:custGeom>
                <a:rect b="b" l="l" r="r" t="t"/>
                <a:pathLst>
                  <a:path extrusionOk="0" h="396" w="177">
                    <a:moveTo>
                      <a:pt x="0" y="252"/>
                    </a:moveTo>
                    <a:cubicBezTo>
                      <a:pt x="13" y="396"/>
                      <a:pt x="13" y="396"/>
                      <a:pt x="13" y="396"/>
                    </a:cubicBezTo>
                    <a:cubicBezTo>
                      <a:pt x="177" y="139"/>
                      <a:pt x="177" y="139"/>
                      <a:pt x="177" y="139"/>
                    </a:cubicBezTo>
                    <a:cubicBezTo>
                      <a:pt x="164" y="3"/>
                      <a:pt x="164" y="3"/>
                      <a:pt x="164" y="3"/>
                    </a:cubicBezTo>
                    <a:cubicBezTo>
                      <a:pt x="164" y="1"/>
                      <a:pt x="160" y="0"/>
                      <a:pt x="159" y="2"/>
                    </a:cubicBezTo>
                    <a:lnTo>
                      <a:pt x="0" y="25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0" name="Google Shape;730;p22"/>
              <p:cNvSpPr/>
              <p:nvPr/>
            </p:nvSpPr>
            <p:spPr>
              <a:xfrm rot="-4170571">
                <a:off x="7427170" y="3703129"/>
                <a:ext cx="1199841" cy="1362977"/>
              </a:xfrm>
              <a:custGeom>
                <a:rect b="b" l="l" r="r" t="t"/>
                <a:pathLst>
                  <a:path extrusionOk="0" h="316" w="278">
                    <a:moveTo>
                      <a:pt x="118" y="254"/>
                    </a:moveTo>
                    <a:cubicBezTo>
                      <a:pt x="0" y="316"/>
                      <a:pt x="0" y="316"/>
                      <a:pt x="0" y="316"/>
                    </a:cubicBezTo>
                    <a:cubicBezTo>
                      <a:pt x="163" y="59"/>
                      <a:pt x="163" y="59"/>
                      <a:pt x="163" y="59"/>
                    </a:cubicBezTo>
                    <a:cubicBezTo>
                      <a:pt x="273" y="1"/>
                      <a:pt x="273" y="1"/>
                      <a:pt x="273" y="1"/>
                    </a:cubicBezTo>
                    <a:cubicBezTo>
                      <a:pt x="276" y="0"/>
                      <a:pt x="278" y="3"/>
                      <a:pt x="277" y="5"/>
                    </a:cubicBezTo>
                    <a:lnTo>
                      <a:pt x="118" y="25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1" name="Google Shape;731;p22"/>
              <p:cNvSpPr/>
              <p:nvPr/>
            </p:nvSpPr>
            <p:spPr>
              <a:xfrm rot="-4170571">
                <a:off x="7487923" y="3680637"/>
                <a:ext cx="1391921" cy="1207735"/>
              </a:xfrm>
              <a:custGeom>
                <a:rect b="b" l="l" r="r" t="t"/>
                <a:pathLst>
                  <a:path extrusionOk="0" h="280" w="323">
                    <a:moveTo>
                      <a:pt x="161" y="257"/>
                    </a:moveTo>
                    <a:cubicBezTo>
                      <a:pt x="0" y="280"/>
                      <a:pt x="0" y="280"/>
                      <a:pt x="0" y="280"/>
                    </a:cubicBezTo>
                    <a:cubicBezTo>
                      <a:pt x="164" y="23"/>
                      <a:pt x="164" y="23"/>
                      <a:pt x="164" y="23"/>
                    </a:cubicBezTo>
                    <a:cubicBezTo>
                      <a:pt x="319" y="1"/>
                      <a:pt x="319" y="1"/>
                      <a:pt x="319" y="1"/>
                    </a:cubicBezTo>
                    <a:cubicBezTo>
                      <a:pt x="321" y="0"/>
                      <a:pt x="323" y="3"/>
                      <a:pt x="321" y="5"/>
                    </a:cubicBezTo>
                    <a:lnTo>
                      <a:pt x="161" y="25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2" name="Google Shape;732;p22"/>
              <p:cNvSpPr/>
              <p:nvPr/>
            </p:nvSpPr>
            <p:spPr>
              <a:xfrm rot="-4170571">
                <a:off x="7479947" y="3669144"/>
                <a:ext cx="1276148" cy="1305090"/>
              </a:xfrm>
              <a:custGeom>
                <a:rect b="b" l="l" r="r" t="t"/>
                <a:pathLst>
                  <a:path extrusionOk="0" h="303" w="296">
                    <a:moveTo>
                      <a:pt x="136" y="255"/>
                    </a:moveTo>
                    <a:cubicBezTo>
                      <a:pt x="0" y="303"/>
                      <a:pt x="0" y="303"/>
                      <a:pt x="0" y="303"/>
                    </a:cubicBezTo>
                    <a:cubicBezTo>
                      <a:pt x="164" y="46"/>
                      <a:pt x="164" y="46"/>
                      <a:pt x="164" y="46"/>
                    </a:cubicBezTo>
                    <a:cubicBezTo>
                      <a:pt x="292" y="1"/>
                      <a:pt x="292" y="1"/>
                      <a:pt x="292" y="1"/>
                    </a:cubicBezTo>
                    <a:cubicBezTo>
                      <a:pt x="294" y="0"/>
                      <a:pt x="296" y="2"/>
                      <a:pt x="295" y="4"/>
                    </a:cubicBezTo>
                    <a:lnTo>
                      <a:pt x="136" y="25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3" name="Google Shape;733;p22"/>
              <p:cNvSpPr/>
              <p:nvPr/>
            </p:nvSpPr>
            <p:spPr>
              <a:xfrm rot="-4170570">
                <a:off x="7524646" y="3726524"/>
                <a:ext cx="1452439" cy="1118273"/>
              </a:xfrm>
              <a:custGeom>
                <a:rect b="b" l="l" r="r" t="t"/>
                <a:pathLst>
                  <a:path extrusionOk="0" h="425" w="552">
                    <a:moveTo>
                      <a:pt x="283" y="425"/>
                    </a:moveTo>
                    <a:lnTo>
                      <a:pt x="0" y="420"/>
                    </a:lnTo>
                    <a:lnTo>
                      <a:pt x="267" y="0"/>
                    </a:lnTo>
                    <a:lnTo>
                      <a:pt x="552" y="4"/>
                    </a:lnTo>
                    <a:lnTo>
                      <a:pt x="283" y="425"/>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4" name="Google Shape;734;p22"/>
              <p:cNvSpPr/>
              <p:nvPr/>
            </p:nvSpPr>
            <p:spPr>
              <a:xfrm rot="-4170569">
                <a:off x="7088605" y="3885935"/>
                <a:ext cx="1028813" cy="1778711"/>
              </a:xfrm>
              <a:custGeom>
                <a:rect b="b" l="l" r="r" t="t"/>
                <a:pathLst>
                  <a:path extrusionOk="0" h="676" w="391">
                    <a:moveTo>
                      <a:pt x="0" y="419"/>
                    </a:moveTo>
                    <a:lnTo>
                      <a:pt x="124" y="676"/>
                    </a:lnTo>
                    <a:lnTo>
                      <a:pt x="391" y="255"/>
                    </a:lnTo>
                    <a:lnTo>
                      <a:pt x="268" y="0"/>
                    </a:lnTo>
                    <a:lnTo>
                      <a:pt x="0" y="419"/>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5" name="Google Shape;735;p22"/>
              <p:cNvSpPr/>
              <p:nvPr/>
            </p:nvSpPr>
            <p:spPr>
              <a:xfrm rot="-4170570">
                <a:off x="7302146" y="3568635"/>
                <a:ext cx="413104" cy="663070"/>
              </a:xfrm>
              <a:custGeom>
                <a:rect b="b" l="l" r="r" t="t"/>
                <a:pathLst>
                  <a:path extrusionOk="0" h="154" w="96">
                    <a:moveTo>
                      <a:pt x="0" y="154"/>
                    </a:moveTo>
                    <a:cubicBezTo>
                      <a:pt x="3" y="138"/>
                      <a:pt x="13" y="125"/>
                      <a:pt x="24" y="113"/>
                    </a:cubicBezTo>
                    <a:cubicBezTo>
                      <a:pt x="35" y="101"/>
                      <a:pt x="47" y="89"/>
                      <a:pt x="55" y="75"/>
                    </a:cubicBezTo>
                    <a:cubicBezTo>
                      <a:pt x="69" y="53"/>
                      <a:pt x="70" y="24"/>
                      <a:pt x="60" y="0"/>
                    </a:cubicBezTo>
                    <a:cubicBezTo>
                      <a:pt x="66" y="7"/>
                      <a:pt x="74" y="15"/>
                      <a:pt x="80" y="23"/>
                    </a:cubicBezTo>
                    <a:cubicBezTo>
                      <a:pt x="85" y="15"/>
                      <a:pt x="91" y="9"/>
                      <a:pt x="96" y="1"/>
                    </a:cubicBezTo>
                    <a:cubicBezTo>
                      <a:pt x="96" y="18"/>
                      <a:pt x="94" y="34"/>
                      <a:pt x="90" y="51"/>
                    </a:cubicBezTo>
                    <a:cubicBezTo>
                      <a:pt x="87" y="67"/>
                      <a:pt x="81" y="83"/>
                      <a:pt x="70" y="95"/>
                    </a:cubicBezTo>
                    <a:cubicBezTo>
                      <a:pt x="50" y="117"/>
                      <a:pt x="11" y="127"/>
                      <a:pt x="0" y="15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6" name="Google Shape;736;p22"/>
              <p:cNvSpPr/>
              <p:nvPr/>
            </p:nvSpPr>
            <p:spPr>
              <a:xfrm rot="-4170569">
                <a:off x="7618352" y="4087098"/>
                <a:ext cx="849889" cy="1199841"/>
              </a:xfrm>
              <a:custGeom>
                <a:rect b="b" l="l" r="r" t="t"/>
                <a:pathLst>
                  <a:path extrusionOk="0" h="456" w="323">
                    <a:moveTo>
                      <a:pt x="56" y="456"/>
                    </a:moveTo>
                    <a:lnTo>
                      <a:pt x="0" y="421"/>
                    </a:lnTo>
                    <a:lnTo>
                      <a:pt x="267" y="0"/>
                    </a:lnTo>
                    <a:lnTo>
                      <a:pt x="323" y="36"/>
                    </a:lnTo>
                    <a:lnTo>
                      <a:pt x="56" y="4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37" name="Google Shape;737;p22"/>
            <p:cNvGrpSpPr/>
            <p:nvPr/>
          </p:nvGrpSpPr>
          <p:grpSpPr>
            <a:xfrm>
              <a:off x="653447" y="4319816"/>
              <a:ext cx="1306839" cy="1266177"/>
              <a:chOff x="9034563" y="1320413"/>
              <a:chExt cx="1836738" cy="1779588"/>
            </a:xfrm>
          </p:grpSpPr>
          <p:sp>
            <p:nvSpPr>
              <p:cNvPr id="738" name="Google Shape;738;p22"/>
              <p:cNvSpPr/>
              <p:nvPr/>
            </p:nvSpPr>
            <p:spPr>
              <a:xfrm>
                <a:off x="9034563" y="1320413"/>
                <a:ext cx="1836738" cy="1779588"/>
              </a:xfrm>
              <a:custGeom>
                <a:rect b="b" l="l" r="r" t="t"/>
                <a:pathLst>
                  <a:path extrusionOk="0" h="584" w="603">
                    <a:moveTo>
                      <a:pt x="58" y="379"/>
                    </a:moveTo>
                    <a:cubicBezTo>
                      <a:pt x="26" y="270"/>
                      <a:pt x="0" y="134"/>
                      <a:pt x="125" y="51"/>
                    </a:cubicBezTo>
                    <a:cubicBezTo>
                      <a:pt x="204" y="0"/>
                      <a:pt x="289" y="2"/>
                      <a:pt x="316" y="101"/>
                    </a:cubicBezTo>
                    <a:cubicBezTo>
                      <a:pt x="323" y="124"/>
                      <a:pt x="323" y="168"/>
                      <a:pt x="348" y="181"/>
                    </a:cubicBezTo>
                    <a:cubicBezTo>
                      <a:pt x="376" y="198"/>
                      <a:pt x="401" y="170"/>
                      <a:pt x="426" y="162"/>
                    </a:cubicBezTo>
                    <a:cubicBezTo>
                      <a:pt x="509" y="133"/>
                      <a:pt x="538" y="223"/>
                      <a:pt x="558" y="289"/>
                    </a:cubicBezTo>
                    <a:cubicBezTo>
                      <a:pt x="603" y="441"/>
                      <a:pt x="478" y="584"/>
                      <a:pt x="297" y="581"/>
                    </a:cubicBezTo>
                    <a:cubicBezTo>
                      <a:pt x="168" y="578"/>
                      <a:pt x="86" y="472"/>
                      <a:pt x="58" y="379"/>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9" name="Google Shape;739;p22"/>
              <p:cNvSpPr/>
              <p:nvPr/>
            </p:nvSpPr>
            <p:spPr>
              <a:xfrm>
                <a:off x="9820375" y="1847463"/>
                <a:ext cx="241300" cy="284163"/>
              </a:xfrm>
              <a:custGeom>
                <a:rect b="b" l="l" r="r" t="t"/>
                <a:pathLst>
                  <a:path extrusionOk="0" h="93" w="79">
                    <a:moveTo>
                      <a:pt x="66" y="30"/>
                    </a:moveTo>
                    <a:cubicBezTo>
                      <a:pt x="79" y="50"/>
                      <a:pt x="77" y="74"/>
                      <a:pt x="62" y="83"/>
                    </a:cubicBezTo>
                    <a:cubicBezTo>
                      <a:pt x="48" y="93"/>
                      <a:pt x="25" y="83"/>
                      <a:pt x="13" y="63"/>
                    </a:cubicBezTo>
                    <a:cubicBezTo>
                      <a:pt x="0" y="42"/>
                      <a:pt x="2" y="18"/>
                      <a:pt x="16" y="9"/>
                    </a:cubicBezTo>
                    <a:cubicBezTo>
                      <a:pt x="31" y="0"/>
                      <a:pt x="53" y="9"/>
                      <a:pt x="66" y="3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0" name="Google Shape;740;p22"/>
              <p:cNvSpPr/>
              <p:nvPr/>
            </p:nvSpPr>
            <p:spPr>
              <a:xfrm>
                <a:off x="9321900" y="2360225"/>
                <a:ext cx="273050" cy="273050"/>
              </a:xfrm>
              <a:custGeom>
                <a:rect b="b" l="l" r="r" t="t"/>
                <a:pathLst>
                  <a:path extrusionOk="0" h="90" w="90">
                    <a:moveTo>
                      <a:pt x="89" y="43"/>
                    </a:moveTo>
                    <a:cubicBezTo>
                      <a:pt x="90" y="67"/>
                      <a:pt x="71" y="88"/>
                      <a:pt x="47" y="89"/>
                    </a:cubicBezTo>
                    <a:cubicBezTo>
                      <a:pt x="22" y="90"/>
                      <a:pt x="2" y="71"/>
                      <a:pt x="1" y="47"/>
                    </a:cubicBezTo>
                    <a:cubicBezTo>
                      <a:pt x="0" y="23"/>
                      <a:pt x="19" y="2"/>
                      <a:pt x="43" y="1"/>
                    </a:cubicBezTo>
                    <a:cubicBezTo>
                      <a:pt x="67" y="0"/>
                      <a:pt x="88" y="19"/>
                      <a:pt x="89" y="4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1" name="Google Shape;741;p22"/>
              <p:cNvSpPr/>
              <p:nvPr/>
            </p:nvSpPr>
            <p:spPr>
              <a:xfrm>
                <a:off x="9552088" y="2636450"/>
                <a:ext cx="274638" cy="274638"/>
              </a:xfrm>
              <a:custGeom>
                <a:rect b="b" l="l" r="r" t="t"/>
                <a:pathLst>
                  <a:path extrusionOk="0" h="90" w="90">
                    <a:moveTo>
                      <a:pt x="89" y="43"/>
                    </a:moveTo>
                    <a:cubicBezTo>
                      <a:pt x="90" y="68"/>
                      <a:pt x="71" y="88"/>
                      <a:pt x="47" y="89"/>
                    </a:cubicBezTo>
                    <a:cubicBezTo>
                      <a:pt x="23" y="90"/>
                      <a:pt x="2" y="72"/>
                      <a:pt x="1" y="47"/>
                    </a:cubicBezTo>
                    <a:cubicBezTo>
                      <a:pt x="0" y="23"/>
                      <a:pt x="19" y="2"/>
                      <a:pt x="43" y="1"/>
                    </a:cubicBezTo>
                    <a:cubicBezTo>
                      <a:pt x="68" y="0"/>
                      <a:pt x="88" y="19"/>
                      <a:pt x="89" y="4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2" name="Google Shape;742;p22"/>
              <p:cNvSpPr/>
              <p:nvPr/>
            </p:nvSpPr>
            <p:spPr>
              <a:xfrm>
                <a:off x="9893400" y="2688838"/>
                <a:ext cx="307975" cy="307975"/>
              </a:xfrm>
              <a:custGeom>
                <a:rect b="b" l="l" r="r" t="t"/>
                <a:pathLst>
                  <a:path extrusionOk="0" h="101" w="101">
                    <a:moveTo>
                      <a:pt x="89" y="30"/>
                    </a:moveTo>
                    <a:cubicBezTo>
                      <a:pt x="101" y="51"/>
                      <a:pt x="93" y="78"/>
                      <a:pt x="71" y="89"/>
                    </a:cubicBezTo>
                    <a:cubicBezTo>
                      <a:pt x="50" y="101"/>
                      <a:pt x="23" y="93"/>
                      <a:pt x="12" y="71"/>
                    </a:cubicBezTo>
                    <a:cubicBezTo>
                      <a:pt x="0" y="50"/>
                      <a:pt x="8" y="23"/>
                      <a:pt x="30" y="12"/>
                    </a:cubicBezTo>
                    <a:cubicBezTo>
                      <a:pt x="51" y="0"/>
                      <a:pt x="78" y="8"/>
                      <a:pt x="89" y="3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3" name="Google Shape;743;p22"/>
              <p:cNvSpPr/>
              <p:nvPr/>
            </p:nvSpPr>
            <p:spPr>
              <a:xfrm>
                <a:off x="10234713" y="2536438"/>
                <a:ext cx="304800" cy="307975"/>
              </a:xfrm>
              <a:custGeom>
                <a:rect b="b" l="l" r="r" t="t"/>
                <a:pathLst>
                  <a:path extrusionOk="0" h="101" w="100">
                    <a:moveTo>
                      <a:pt x="89" y="30"/>
                    </a:moveTo>
                    <a:cubicBezTo>
                      <a:pt x="100" y="51"/>
                      <a:pt x="92" y="78"/>
                      <a:pt x="71" y="90"/>
                    </a:cubicBezTo>
                    <a:cubicBezTo>
                      <a:pt x="49" y="101"/>
                      <a:pt x="22" y="93"/>
                      <a:pt x="11" y="71"/>
                    </a:cubicBezTo>
                    <a:cubicBezTo>
                      <a:pt x="0" y="50"/>
                      <a:pt x="8" y="23"/>
                      <a:pt x="29" y="12"/>
                    </a:cubicBezTo>
                    <a:cubicBezTo>
                      <a:pt x="51" y="0"/>
                      <a:pt x="77" y="9"/>
                      <a:pt x="89" y="3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4" name="Google Shape;744;p22"/>
              <p:cNvSpPr/>
              <p:nvPr/>
            </p:nvSpPr>
            <p:spPr>
              <a:xfrm>
                <a:off x="10387113" y="2204650"/>
                <a:ext cx="307975" cy="304800"/>
              </a:xfrm>
              <a:custGeom>
                <a:rect b="b" l="l" r="r" t="t"/>
                <a:pathLst>
                  <a:path extrusionOk="0" h="100" w="101">
                    <a:moveTo>
                      <a:pt x="90" y="29"/>
                    </a:moveTo>
                    <a:cubicBezTo>
                      <a:pt x="101" y="51"/>
                      <a:pt x="93" y="77"/>
                      <a:pt x="71" y="89"/>
                    </a:cubicBezTo>
                    <a:cubicBezTo>
                      <a:pt x="50" y="100"/>
                      <a:pt x="23" y="92"/>
                      <a:pt x="12" y="71"/>
                    </a:cubicBezTo>
                    <a:cubicBezTo>
                      <a:pt x="0" y="49"/>
                      <a:pt x="9" y="23"/>
                      <a:pt x="30" y="11"/>
                    </a:cubicBezTo>
                    <a:cubicBezTo>
                      <a:pt x="51" y="0"/>
                      <a:pt x="78" y="8"/>
                      <a:pt x="90" y="29"/>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5" name="Google Shape;745;p22"/>
              <p:cNvSpPr/>
              <p:nvPr/>
            </p:nvSpPr>
            <p:spPr>
              <a:xfrm>
                <a:off x="9202838" y="1996688"/>
                <a:ext cx="304800" cy="304800"/>
              </a:xfrm>
              <a:custGeom>
                <a:rect b="b" l="l" r="r" t="t"/>
                <a:pathLst>
                  <a:path extrusionOk="0" h="100" w="100">
                    <a:moveTo>
                      <a:pt x="89" y="29"/>
                    </a:moveTo>
                    <a:cubicBezTo>
                      <a:pt x="100" y="51"/>
                      <a:pt x="92" y="77"/>
                      <a:pt x="71" y="89"/>
                    </a:cubicBezTo>
                    <a:cubicBezTo>
                      <a:pt x="49" y="100"/>
                      <a:pt x="22" y="92"/>
                      <a:pt x="11" y="71"/>
                    </a:cubicBezTo>
                    <a:cubicBezTo>
                      <a:pt x="0" y="49"/>
                      <a:pt x="8" y="22"/>
                      <a:pt x="29" y="11"/>
                    </a:cubicBezTo>
                    <a:cubicBezTo>
                      <a:pt x="51" y="0"/>
                      <a:pt x="77" y="8"/>
                      <a:pt x="89" y="29"/>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46" name="Google Shape;746;p22"/>
            <p:cNvGrpSpPr/>
            <p:nvPr/>
          </p:nvGrpSpPr>
          <p:grpSpPr>
            <a:xfrm rot="7214051">
              <a:off x="7600597" y="-53709"/>
              <a:ext cx="724484" cy="513343"/>
              <a:chOff x="6180688" y="2320538"/>
              <a:chExt cx="1149350" cy="814387"/>
            </a:xfrm>
          </p:grpSpPr>
          <p:sp>
            <p:nvSpPr>
              <p:cNvPr id="747" name="Google Shape;747;p22"/>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8" name="Google Shape;748;p22"/>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9" name="Google Shape;749;p22"/>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0" name="Google Shape;750;p22"/>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1" name="Google Shape;751;p22"/>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2" name="Google Shape;752;p22"/>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3" name="Google Shape;753;p22"/>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54" name="Google Shape;754;p22"/>
            <p:cNvSpPr/>
            <p:nvPr/>
          </p:nvSpPr>
          <p:spPr>
            <a:xfrm>
              <a:off x="300999" y="472830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5" name="Google Shape;755;p22"/>
            <p:cNvSpPr/>
            <p:nvPr/>
          </p:nvSpPr>
          <p:spPr>
            <a:xfrm>
              <a:off x="8575577" y="16012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56" name="Google Shape;756;p22"/>
            <p:cNvGrpSpPr/>
            <p:nvPr/>
          </p:nvGrpSpPr>
          <p:grpSpPr>
            <a:xfrm>
              <a:off x="153004" y="3955449"/>
              <a:ext cx="724435" cy="513308"/>
              <a:chOff x="6180688" y="2320538"/>
              <a:chExt cx="1149350" cy="814387"/>
            </a:xfrm>
          </p:grpSpPr>
          <p:sp>
            <p:nvSpPr>
              <p:cNvPr id="757" name="Google Shape;757;p22"/>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8" name="Google Shape;758;p22"/>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9" name="Google Shape;759;p22"/>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0" name="Google Shape;760;p22"/>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1" name="Google Shape;761;p22"/>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2" name="Google Shape;762;p22"/>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3" name="Google Shape;763;p22"/>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764" name="Shape 764"/>
        <p:cNvGrpSpPr/>
        <p:nvPr/>
      </p:nvGrpSpPr>
      <p:grpSpPr>
        <a:xfrm>
          <a:off x="0" y="0"/>
          <a:ext cx="0" cy="0"/>
          <a:chOff x="0" y="0"/>
          <a:chExt cx="0" cy="0"/>
        </a:xfrm>
      </p:grpSpPr>
      <p:pic>
        <p:nvPicPr>
          <p:cNvPr id="765" name="Google Shape;765;p23"/>
          <p:cNvPicPr preferRelativeResize="0"/>
          <p:nvPr/>
        </p:nvPicPr>
        <p:blipFill>
          <a:blip r:embed="rId2">
            <a:alphaModFix/>
          </a:blip>
          <a:stretch>
            <a:fillRect/>
          </a:stretch>
        </p:blipFill>
        <p:spPr>
          <a:xfrm>
            <a:off x="220375" y="219125"/>
            <a:ext cx="8702828" cy="4703575"/>
          </a:xfrm>
          <a:prstGeom prst="rect">
            <a:avLst/>
          </a:prstGeom>
          <a:noFill/>
          <a:ln>
            <a:noFill/>
          </a:ln>
        </p:spPr>
      </p:pic>
      <p:grpSp>
        <p:nvGrpSpPr>
          <p:cNvPr id="766" name="Google Shape;766;p23"/>
          <p:cNvGrpSpPr/>
          <p:nvPr/>
        </p:nvGrpSpPr>
        <p:grpSpPr>
          <a:xfrm>
            <a:off x="5288225" y="954050"/>
            <a:ext cx="3001701" cy="2813999"/>
            <a:chOff x="5288225" y="954050"/>
            <a:chExt cx="3001701" cy="2813999"/>
          </a:xfrm>
        </p:grpSpPr>
        <p:sp>
          <p:nvSpPr>
            <p:cNvPr id="767" name="Google Shape;767;p23"/>
            <p:cNvSpPr/>
            <p:nvPr/>
          </p:nvSpPr>
          <p:spPr>
            <a:xfrm>
              <a:off x="7327225" y="3049662"/>
              <a:ext cx="715160" cy="718388"/>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rgbClr val="FFCE73">
                <a:alpha val="5062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8" name="Google Shape;768;p23"/>
            <p:cNvSpPr/>
            <p:nvPr/>
          </p:nvSpPr>
          <p:spPr>
            <a:xfrm>
              <a:off x="7641750" y="954050"/>
              <a:ext cx="215975" cy="216950"/>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9" name="Google Shape;769;p23"/>
            <p:cNvSpPr/>
            <p:nvPr/>
          </p:nvSpPr>
          <p:spPr>
            <a:xfrm>
              <a:off x="5288225" y="1661980"/>
              <a:ext cx="502800" cy="505075"/>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0" name="Google Shape;770;p23"/>
            <p:cNvSpPr/>
            <p:nvPr/>
          </p:nvSpPr>
          <p:spPr>
            <a:xfrm>
              <a:off x="7957825" y="2119250"/>
              <a:ext cx="332101" cy="333600"/>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71" name="Google Shape;771;p23"/>
          <p:cNvGrpSpPr/>
          <p:nvPr/>
        </p:nvGrpSpPr>
        <p:grpSpPr>
          <a:xfrm>
            <a:off x="5404478" y="608450"/>
            <a:ext cx="2743826" cy="4779289"/>
            <a:chOff x="5404478" y="608450"/>
            <a:chExt cx="2743826" cy="4779289"/>
          </a:xfrm>
        </p:grpSpPr>
        <p:grpSp>
          <p:nvGrpSpPr>
            <p:cNvPr id="772" name="Google Shape;772;p23"/>
            <p:cNvGrpSpPr/>
            <p:nvPr/>
          </p:nvGrpSpPr>
          <p:grpSpPr>
            <a:xfrm rot="2223720">
              <a:off x="5855957" y="949515"/>
              <a:ext cx="1840868" cy="2115294"/>
              <a:chOff x="5652063" y="1771263"/>
              <a:chExt cx="1714500" cy="1970087"/>
            </a:xfrm>
          </p:grpSpPr>
          <p:sp>
            <p:nvSpPr>
              <p:cNvPr id="773" name="Google Shape;773;p23"/>
              <p:cNvSpPr/>
              <p:nvPr/>
            </p:nvSpPr>
            <p:spPr>
              <a:xfrm>
                <a:off x="6272775" y="3138100"/>
                <a:ext cx="1093788" cy="603250"/>
              </a:xfrm>
              <a:custGeom>
                <a:rect b="b" l="l" r="r" t="t"/>
                <a:pathLst>
                  <a:path extrusionOk="0" h="380" w="689">
                    <a:moveTo>
                      <a:pt x="689" y="83"/>
                    </a:moveTo>
                    <a:lnTo>
                      <a:pt x="39" y="380"/>
                    </a:lnTo>
                    <a:lnTo>
                      <a:pt x="0" y="296"/>
                    </a:lnTo>
                    <a:lnTo>
                      <a:pt x="650" y="0"/>
                    </a:lnTo>
                    <a:lnTo>
                      <a:pt x="689" y="83"/>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4" name="Google Shape;774;p23"/>
              <p:cNvSpPr/>
              <p:nvPr/>
            </p:nvSpPr>
            <p:spPr>
              <a:xfrm>
                <a:off x="6348975" y="3233350"/>
                <a:ext cx="962025" cy="457200"/>
              </a:xfrm>
              <a:custGeom>
                <a:rect b="b" l="l" r="r" t="t"/>
                <a:pathLst>
                  <a:path extrusionOk="0" h="288" w="606">
                    <a:moveTo>
                      <a:pt x="606" y="15"/>
                    </a:moveTo>
                    <a:lnTo>
                      <a:pt x="8" y="288"/>
                    </a:lnTo>
                    <a:lnTo>
                      <a:pt x="0" y="272"/>
                    </a:lnTo>
                    <a:lnTo>
                      <a:pt x="600" y="0"/>
                    </a:lnTo>
                    <a:lnTo>
                      <a:pt x="606" y="1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5" name="Google Shape;775;p23"/>
              <p:cNvSpPr/>
              <p:nvPr/>
            </p:nvSpPr>
            <p:spPr>
              <a:xfrm>
                <a:off x="5652063" y="1771263"/>
                <a:ext cx="1671638" cy="1873250"/>
              </a:xfrm>
              <a:custGeom>
                <a:rect b="b" l="l" r="r" t="t"/>
                <a:pathLst>
                  <a:path extrusionOk="0" h="1180" w="1053">
                    <a:moveTo>
                      <a:pt x="1053" y="882"/>
                    </a:moveTo>
                    <a:lnTo>
                      <a:pt x="403" y="1180"/>
                    </a:lnTo>
                    <a:lnTo>
                      <a:pt x="0" y="297"/>
                    </a:lnTo>
                    <a:lnTo>
                      <a:pt x="650" y="0"/>
                    </a:lnTo>
                    <a:lnTo>
                      <a:pt x="1053" y="882"/>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6" name="Google Shape;776;p23"/>
              <p:cNvSpPr/>
              <p:nvPr/>
            </p:nvSpPr>
            <p:spPr>
              <a:xfrm>
                <a:off x="5996550" y="2139563"/>
                <a:ext cx="747713" cy="617538"/>
              </a:xfrm>
              <a:custGeom>
                <a:rect b="b" l="l" r="r" t="t"/>
                <a:pathLst>
                  <a:path extrusionOk="0" h="389" w="471">
                    <a:moveTo>
                      <a:pt x="471" y="221"/>
                    </a:moveTo>
                    <a:lnTo>
                      <a:pt x="101" y="389"/>
                    </a:lnTo>
                    <a:lnTo>
                      <a:pt x="0" y="169"/>
                    </a:lnTo>
                    <a:lnTo>
                      <a:pt x="370" y="0"/>
                    </a:lnTo>
                    <a:lnTo>
                      <a:pt x="471" y="221"/>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7" name="Google Shape;777;p23"/>
              <p:cNvSpPr/>
              <p:nvPr/>
            </p:nvSpPr>
            <p:spPr>
              <a:xfrm>
                <a:off x="6129900" y="2331650"/>
                <a:ext cx="481013" cy="236538"/>
              </a:xfrm>
              <a:custGeom>
                <a:rect b="b" l="l" r="r" t="t"/>
                <a:pathLst>
                  <a:path extrusionOk="0" h="149" w="303">
                    <a:moveTo>
                      <a:pt x="303" y="13"/>
                    </a:moveTo>
                    <a:lnTo>
                      <a:pt x="6" y="149"/>
                    </a:lnTo>
                    <a:lnTo>
                      <a:pt x="0" y="134"/>
                    </a:lnTo>
                    <a:lnTo>
                      <a:pt x="295" y="0"/>
                    </a:lnTo>
                    <a:lnTo>
                      <a:pt x="303" y="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8" name="Google Shape;778;p23"/>
              <p:cNvSpPr/>
              <p:nvPr/>
            </p:nvSpPr>
            <p:spPr>
              <a:xfrm>
                <a:off x="6090213" y="2249100"/>
                <a:ext cx="481013" cy="238125"/>
              </a:xfrm>
              <a:custGeom>
                <a:rect b="b" l="l" r="r" t="t"/>
                <a:pathLst>
                  <a:path extrusionOk="0" h="150" w="303">
                    <a:moveTo>
                      <a:pt x="303" y="13"/>
                    </a:moveTo>
                    <a:lnTo>
                      <a:pt x="8" y="150"/>
                    </a:lnTo>
                    <a:lnTo>
                      <a:pt x="0" y="134"/>
                    </a:lnTo>
                    <a:lnTo>
                      <a:pt x="297" y="0"/>
                    </a:lnTo>
                    <a:lnTo>
                      <a:pt x="303" y="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9" name="Google Shape;779;p23"/>
              <p:cNvSpPr/>
              <p:nvPr/>
            </p:nvSpPr>
            <p:spPr>
              <a:xfrm>
                <a:off x="6166413" y="2414200"/>
                <a:ext cx="481013" cy="236538"/>
              </a:xfrm>
              <a:custGeom>
                <a:rect b="b" l="l" r="r" t="t"/>
                <a:pathLst>
                  <a:path extrusionOk="0" h="149" w="303">
                    <a:moveTo>
                      <a:pt x="303" y="13"/>
                    </a:moveTo>
                    <a:lnTo>
                      <a:pt x="8" y="149"/>
                    </a:lnTo>
                    <a:lnTo>
                      <a:pt x="0" y="134"/>
                    </a:lnTo>
                    <a:lnTo>
                      <a:pt x="295" y="0"/>
                    </a:lnTo>
                    <a:lnTo>
                      <a:pt x="303" y="13"/>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0" name="Google Shape;780;p23"/>
              <p:cNvSpPr/>
              <p:nvPr/>
            </p:nvSpPr>
            <p:spPr>
              <a:xfrm>
                <a:off x="5685400" y="2465000"/>
                <a:ext cx="195263" cy="125413"/>
              </a:xfrm>
              <a:custGeom>
                <a:rect b="b" l="l" r="r" t="t"/>
                <a:pathLst>
                  <a:path extrusionOk="0" h="41" w="64">
                    <a:moveTo>
                      <a:pt x="61" y="7"/>
                    </a:moveTo>
                    <a:cubicBezTo>
                      <a:pt x="64" y="12"/>
                      <a:pt x="61" y="17"/>
                      <a:pt x="57" y="20"/>
                    </a:cubicBezTo>
                    <a:cubicBezTo>
                      <a:pt x="15" y="39"/>
                      <a:pt x="15" y="39"/>
                      <a:pt x="15" y="39"/>
                    </a:cubicBezTo>
                    <a:cubicBezTo>
                      <a:pt x="10" y="41"/>
                      <a:pt x="4" y="39"/>
                      <a:pt x="2" y="34"/>
                    </a:cubicBezTo>
                    <a:cubicBezTo>
                      <a:pt x="0" y="29"/>
                      <a:pt x="2" y="23"/>
                      <a:pt x="7" y="21"/>
                    </a:cubicBezTo>
                    <a:cubicBezTo>
                      <a:pt x="49" y="2"/>
                      <a:pt x="49" y="2"/>
                      <a:pt x="49" y="2"/>
                    </a:cubicBezTo>
                    <a:cubicBezTo>
                      <a:pt x="53"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1" name="Google Shape;781;p23"/>
              <p:cNvSpPr/>
              <p:nvPr/>
            </p:nvSpPr>
            <p:spPr>
              <a:xfrm>
                <a:off x="5728263" y="2560250"/>
                <a:ext cx="195263" cy="123825"/>
              </a:xfrm>
              <a:custGeom>
                <a:rect b="b" l="l" r="r" t="t"/>
                <a:pathLst>
                  <a:path extrusionOk="0" h="41" w="64">
                    <a:moveTo>
                      <a:pt x="61" y="7"/>
                    </a:moveTo>
                    <a:cubicBezTo>
                      <a:pt x="64" y="12"/>
                      <a:pt x="61" y="17"/>
                      <a:pt x="57" y="20"/>
                    </a:cubicBezTo>
                    <a:cubicBezTo>
                      <a:pt x="15" y="39"/>
                      <a:pt x="15" y="39"/>
                      <a:pt x="15" y="39"/>
                    </a:cubicBezTo>
                    <a:cubicBezTo>
                      <a:pt x="10" y="41"/>
                      <a:pt x="4" y="39"/>
                      <a:pt x="2" y="34"/>
                    </a:cubicBezTo>
                    <a:cubicBezTo>
                      <a:pt x="0" y="29"/>
                      <a:pt x="2" y="23"/>
                      <a:pt x="7" y="21"/>
                    </a:cubicBezTo>
                    <a:cubicBezTo>
                      <a:pt x="49" y="2"/>
                      <a:pt x="49" y="2"/>
                      <a:pt x="49" y="2"/>
                    </a:cubicBezTo>
                    <a:cubicBezTo>
                      <a:pt x="53"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2" name="Google Shape;782;p23"/>
              <p:cNvSpPr/>
              <p:nvPr/>
            </p:nvSpPr>
            <p:spPr>
              <a:xfrm>
                <a:off x="5771125" y="2653913"/>
                <a:ext cx="193675" cy="125413"/>
              </a:xfrm>
              <a:custGeom>
                <a:rect b="b" l="l" r="r" t="t"/>
                <a:pathLst>
                  <a:path extrusionOk="0" h="41" w="64">
                    <a:moveTo>
                      <a:pt x="61" y="7"/>
                    </a:moveTo>
                    <a:cubicBezTo>
                      <a:pt x="64" y="11"/>
                      <a:pt x="62" y="17"/>
                      <a:pt x="57" y="19"/>
                    </a:cubicBezTo>
                    <a:cubicBezTo>
                      <a:pt x="15" y="38"/>
                      <a:pt x="15" y="38"/>
                      <a:pt x="15" y="38"/>
                    </a:cubicBezTo>
                    <a:cubicBezTo>
                      <a:pt x="10" y="41"/>
                      <a:pt x="5" y="38"/>
                      <a:pt x="2" y="34"/>
                    </a:cubicBezTo>
                    <a:cubicBezTo>
                      <a:pt x="0" y="29"/>
                      <a:pt x="2" y="23"/>
                      <a:pt x="7" y="21"/>
                    </a:cubicBezTo>
                    <a:cubicBezTo>
                      <a:pt x="49" y="2"/>
                      <a:pt x="49" y="2"/>
                      <a:pt x="49" y="2"/>
                    </a:cubicBezTo>
                    <a:cubicBezTo>
                      <a:pt x="54"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3" name="Google Shape;783;p23"/>
              <p:cNvSpPr/>
              <p:nvPr/>
            </p:nvSpPr>
            <p:spPr>
              <a:xfrm>
                <a:off x="5813988" y="2749163"/>
                <a:ext cx="193675" cy="120650"/>
              </a:xfrm>
              <a:custGeom>
                <a:rect b="b" l="l" r="r" t="t"/>
                <a:pathLst>
                  <a:path extrusionOk="0" h="40" w="64">
                    <a:moveTo>
                      <a:pt x="62" y="7"/>
                    </a:moveTo>
                    <a:cubicBezTo>
                      <a:pt x="64" y="11"/>
                      <a:pt x="62" y="17"/>
                      <a:pt x="57" y="19"/>
                    </a:cubicBezTo>
                    <a:cubicBezTo>
                      <a:pt x="15" y="38"/>
                      <a:pt x="15" y="38"/>
                      <a:pt x="15" y="38"/>
                    </a:cubicBezTo>
                    <a:cubicBezTo>
                      <a:pt x="10" y="40"/>
                      <a:pt x="5" y="38"/>
                      <a:pt x="2" y="33"/>
                    </a:cubicBezTo>
                    <a:cubicBezTo>
                      <a:pt x="0" y="29"/>
                      <a:pt x="2" y="23"/>
                      <a:pt x="7" y="21"/>
                    </a:cubicBezTo>
                    <a:cubicBezTo>
                      <a:pt x="49" y="2"/>
                      <a:pt x="49" y="2"/>
                      <a:pt x="49" y="2"/>
                    </a:cubicBezTo>
                    <a:cubicBezTo>
                      <a:pt x="54" y="0"/>
                      <a:pt x="59"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4" name="Google Shape;784;p23"/>
              <p:cNvSpPr/>
              <p:nvPr/>
            </p:nvSpPr>
            <p:spPr>
              <a:xfrm>
                <a:off x="5855263" y="2839650"/>
                <a:ext cx="195263" cy="125413"/>
              </a:xfrm>
              <a:custGeom>
                <a:rect b="b" l="l" r="r" t="t"/>
                <a:pathLst>
                  <a:path extrusionOk="0" h="41" w="64">
                    <a:moveTo>
                      <a:pt x="62" y="7"/>
                    </a:moveTo>
                    <a:cubicBezTo>
                      <a:pt x="64" y="12"/>
                      <a:pt x="62" y="18"/>
                      <a:pt x="57" y="20"/>
                    </a:cubicBezTo>
                    <a:cubicBezTo>
                      <a:pt x="15" y="39"/>
                      <a:pt x="15" y="39"/>
                      <a:pt x="15" y="39"/>
                    </a:cubicBezTo>
                    <a:cubicBezTo>
                      <a:pt x="10" y="41"/>
                      <a:pt x="5" y="39"/>
                      <a:pt x="2" y="34"/>
                    </a:cubicBezTo>
                    <a:cubicBezTo>
                      <a:pt x="0" y="29"/>
                      <a:pt x="2" y="24"/>
                      <a:pt x="7" y="22"/>
                    </a:cubicBezTo>
                    <a:cubicBezTo>
                      <a:pt x="49" y="3"/>
                      <a:pt x="49" y="3"/>
                      <a:pt x="49" y="3"/>
                    </a:cubicBezTo>
                    <a:cubicBezTo>
                      <a:pt x="54" y="0"/>
                      <a:pt x="59" y="3"/>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5" name="Google Shape;785;p23"/>
              <p:cNvSpPr/>
              <p:nvPr/>
            </p:nvSpPr>
            <p:spPr>
              <a:xfrm>
                <a:off x="5898125" y="2934900"/>
                <a:ext cx="195263" cy="123825"/>
              </a:xfrm>
              <a:custGeom>
                <a:rect b="b" l="l" r="r" t="t"/>
                <a:pathLst>
                  <a:path extrusionOk="0" h="41" w="64">
                    <a:moveTo>
                      <a:pt x="62" y="7"/>
                    </a:moveTo>
                    <a:cubicBezTo>
                      <a:pt x="64" y="12"/>
                      <a:pt x="62" y="18"/>
                      <a:pt x="57" y="20"/>
                    </a:cubicBezTo>
                    <a:cubicBezTo>
                      <a:pt x="15" y="39"/>
                      <a:pt x="15" y="39"/>
                      <a:pt x="15" y="39"/>
                    </a:cubicBezTo>
                    <a:cubicBezTo>
                      <a:pt x="10" y="41"/>
                      <a:pt x="5" y="39"/>
                      <a:pt x="3" y="34"/>
                    </a:cubicBezTo>
                    <a:cubicBezTo>
                      <a:pt x="0" y="29"/>
                      <a:pt x="2" y="24"/>
                      <a:pt x="7" y="21"/>
                    </a:cubicBezTo>
                    <a:cubicBezTo>
                      <a:pt x="49" y="2"/>
                      <a:pt x="49" y="2"/>
                      <a:pt x="49" y="2"/>
                    </a:cubicBezTo>
                    <a:cubicBezTo>
                      <a:pt x="54" y="0"/>
                      <a:pt x="59"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6" name="Google Shape;786;p23"/>
              <p:cNvSpPr/>
              <p:nvPr/>
            </p:nvSpPr>
            <p:spPr>
              <a:xfrm>
                <a:off x="5940988" y="3028563"/>
                <a:ext cx="195263" cy="125413"/>
              </a:xfrm>
              <a:custGeom>
                <a:rect b="b" l="l" r="r" t="t"/>
                <a:pathLst>
                  <a:path extrusionOk="0" h="41" w="64">
                    <a:moveTo>
                      <a:pt x="62" y="7"/>
                    </a:moveTo>
                    <a:cubicBezTo>
                      <a:pt x="64" y="12"/>
                      <a:pt x="62" y="18"/>
                      <a:pt x="57" y="20"/>
                    </a:cubicBezTo>
                    <a:cubicBezTo>
                      <a:pt x="15" y="39"/>
                      <a:pt x="15" y="39"/>
                      <a:pt x="15" y="39"/>
                    </a:cubicBezTo>
                    <a:cubicBezTo>
                      <a:pt x="10" y="41"/>
                      <a:pt x="5" y="39"/>
                      <a:pt x="3" y="34"/>
                    </a:cubicBezTo>
                    <a:cubicBezTo>
                      <a:pt x="0" y="29"/>
                      <a:pt x="3" y="24"/>
                      <a:pt x="7" y="21"/>
                    </a:cubicBezTo>
                    <a:cubicBezTo>
                      <a:pt x="49" y="2"/>
                      <a:pt x="49" y="2"/>
                      <a:pt x="49" y="2"/>
                    </a:cubicBezTo>
                    <a:cubicBezTo>
                      <a:pt x="54" y="0"/>
                      <a:pt x="60"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7" name="Google Shape;787;p23"/>
              <p:cNvSpPr/>
              <p:nvPr/>
            </p:nvSpPr>
            <p:spPr>
              <a:xfrm>
                <a:off x="5983850" y="3123813"/>
                <a:ext cx="195263" cy="123825"/>
              </a:xfrm>
              <a:custGeom>
                <a:rect b="b" l="l" r="r" t="t"/>
                <a:pathLst>
                  <a:path extrusionOk="0" h="41" w="64">
                    <a:moveTo>
                      <a:pt x="62" y="7"/>
                    </a:moveTo>
                    <a:cubicBezTo>
                      <a:pt x="64" y="12"/>
                      <a:pt x="62" y="18"/>
                      <a:pt x="57" y="20"/>
                    </a:cubicBezTo>
                    <a:cubicBezTo>
                      <a:pt x="15" y="39"/>
                      <a:pt x="15" y="39"/>
                      <a:pt x="15" y="39"/>
                    </a:cubicBezTo>
                    <a:cubicBezTo>
                      <a:pt x="11" y="41"/>
                      <a:pt x="5" y="39"/>
                      <a:pt x="3" y="34"/>
                    </a:cubicBezTo>
                    <a:cubicBezTo>
                      <a:pt x="0" y="29"/>
                      <a:pt x="3" y="23"/>
                      <a:pt x="7" y="21"/>
                    </a:cubicBezTo>
                    <a:cubicBezTo>
                      <a:pt x="49" y="2"/>
                      <a:pt x="49" y="2"/>
                      <a:pt x="49" y="2"/>
                    </a:cubicBezTo>
                    <a:cubicBezTo>
                      <a:pt x="54" y="0"/>
                      <a:pt x="60"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8" name="Google Shape;788;p23"/>
              <p:cNvSpPr/>
              <p:nvPr/>
            </p:nvSpPr>
            <p:spPr>
              <a:xfrm>
                <a:off x="6026713" y="3217475"/>
                <a:ext cx="195263" cy="125413"/>
              </a:xfrm>
              <a:custGeom>
                <a:rect b="b" l="l" r="r" t="t"/>
                <a:pathLst>
                  <a:path extrusionOk="0" h="41" w="64">
                    <a:moveTo>
                      <a:pt x="62" y="7"/>
                    </a:moveTo>
                    <a:cubicBezTo>
                      <a:pt x="64" y="12"/>
                      <a:pt x="62" y="17"/>
                      <a:pt x="57" y="20"/>
                    </a:cubicBezTo>
                    <a:cubicBezTo>
                      <a:pt x="15" y="39"/>
                      <a:pt x="15" y="39"/>
                      <a:pt x="15" y="39"/>
                    </a:cubicBezTo>
                    <a:cubicBezTo>
                      <a:pt x="11" y="41"/>
                      <a:pt x="5" y="39"/>
                      <a:pt x="3" y="34"/>
                    </a:cubicBezTo>
                    <a:cubicBezTo>
                      <a:pt x="0" y="29"/>
                      <a:pt x="3" y="23"/>
                      <a:pt x="7" y="21"/>
                    </a:cubicBezTo>
                    <a:cubicBezTo>
                      <a:pt x="49" y="2"/>
                      <a:pt x="49" y="2"/>
                      <a:pt x="49" y="2"/>
                    </a:cubicBezTo>
                    <a:cubicBezTo>
                      <a:pt x="54" y="0"/>
                      <a:pt x="60" y="2"/>
                      <a:pt x="62"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9" name="Google Shape;789;p23"/>
              <p:cNvSpPr/>
              <p:nvPr/>
            </p:nvSpPr>
            <p:spPr>
              <a:xfrm>
                <a:off x="6072750" y="3312725"/>
                <a:ext cx="190500" cy="123825"/>
              </a:xfrm>
              <a:custGeom>
                <a:rect b="b" l="l" r="r" t="t"/>
                <a:pathLst>
                  <a:path extrusionOk="0" h="41" w="63">
                    <a:moveTo>
                      <a:pt x="61" y="7"/>
                    </a:moveTo>
                    <a:cubicBezTo>
                      <a:pt x="63" y="12"/>
                      <a:pt x="61" y="17"/>
                      <a:pt x="56" y="19"/>
                    </a:cubicBezTo>
                    <a:cubicBezTo>
                      <a:pt x="15" y="38"/>
                      <a:pt x="15" y="38"/>
                      <a:pt x="15" y="38"/>
                    </a:cubicBezTo>
                    <a:cubicBezTo>
                      <a:pt x="10" y="41"/>
                      <a:pt x="4" y="39"/>
                      <a:pt x="2" y="34"/>
                    </a:cubicBezTo>
                    <a:cubicBezTo>
                      <a:pt x="0" y="29"/>
                      <a:pt x="2" y="23"/>
                      <a:pt x="7" y="21"/>
                    </a:cubicBezTo>
                    <a:cubicBezTo>
                      <a:pt x="48" y="2"/>
                      <a:pt x="48" y="2"/>
                      <a:pt x="48" y="2"/>
                    </a:cubicBezTo>
                    <a:cubicBezTo>
                      <a:pt x="53" y="0"/>
                      <a:pt x="59" y="2"/>
                      <a:pt x="61"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0" name="Google Shape;790;p23"/>
            <p:cNvGrpSpPr/>
            <p:nvPr/>
          </p:nvGrpSpPr>
          <p:grpSpPr>
            <a:xfrm rot="-3284269">
              <a:off x="6495637" y="3640770"/>
              <a:ext cx="1112734" cy="1639091"/>
              <a:chOff x="8940901" y="497675"/>
              <a:chExt cx="1147762" cy="1690688"/>
            </a:xfrm>
          </p:grpSpPr>
          <p:sp>
            <p:nvSpPr>
              <p:cNvPr id="791" name="Google Shape;791;p23"/>
              <p:cNvSpPr/>
              <p:nvPr/>
            </p:nvSpPr>
            <p:spPr>
              <a:xfrm>
                <a:off x="9815613" y="497675"/>
                <a:ext cx="273050" cy="298450"/>
              </a:xfrm>
              <a:custGeom>
                <a:rect b="b" l="l" r="r" t="t"/>
                <a:pathLst>
                  <a:path extrusionOk="0" h="98" w="90">
                    <a:moveTo>
                      <a:pt x="0" y="75"/>
                    </a:moveTo>
                    <a:cubicBezTo>
                      <a:pt x="12" y="52"/>
                      <a:pt x="26" y="23"/>
                      <a:pt x="40" y="0"/>
                    </a:cubicBezTo>
                    <a:cubicBezTo>
                      <a:pt x="90" y="20"/>
                      <a:pt x="59" y="67"/>
                      <a:pt x="42" y="98"/>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2" name="Google Shape;792;p23"/>
              <p:cNvSpPr/>
              <p:nvPr/>
            </p:nvSpPr>
            <p:spPr>
              <a:xfrm>
                <a:off x="9467951" y="667538"/>
                <a:ext cx="538163" cy="554038"/>
              </a:xfrm>
              <a:custGeom>
                <a:rect b="b" l="l" r="r" t="t"/>
                <a:pathLst>
                  <a:path extrusionOk="0" h="182" w="177">
                    <a:moveTo>
                      <a:pt x="0" y="102"/>
                    </a:moveTo>
                    <a:cubicBezTo>
                      <a:pt x="6" y="93"/>
                      <a:pt x="7" y="82"/>
                      <a:pt x="14" y="75"/>
                    </a:cubicBezTo>
                    <a:cubicBezTo>
                      <a:pt x="28" y="61"/>
                      <a:pt x="21" y="64"/>
                      <a:pt x="39" y="65"/>
                    </a:cubicBezTo>
                    <a:cubicBezTo>
                      <a:pt x="66" y="67"/>
                      <a:pt x="73" y="68"/>
                      <a:pt x="91" y="42"/>
                    </a:cubicBezTo>
                    <a:cubicBezTo>
                      <a:pt x="104" y="21"/>
                      <a:pt x="106" y="0"/>
                      <a:pt x="106" y="0"/>
                    </a:cubicBezTo>
                    <a:cubicBezTo>
                      <a:pt x="119" y="4"/>
                      <a:pt x="164" y="28"/>
                      <a:pt x="174" y="37"/>
                    </a:cubicBezTo>
                    <a:cubicBezTo>
                      <a:pt x="150" y="53"/>
                      <a:pt x="129" y="94"/>
                      <a:pt x="149" y="118"/>
                    </a:cubicBezTo>
                    <a:cubicBezTo>
                      <a:pt x="167" y="141"/>
                      <a:pt x="177" y="134"/>
                      <a:pt x="160" y="166"/>
                    </a:cubicBezTo>
                    <a:cubicBezTo>
                      <a:pt x="152" y="180"/>
                      <a:pt x="156" y="169"/>
                      <a:pt x="148" y="182"/>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3" name="Google Shape;793;p23"/>
              <p:cNvSpPr/>
              <p:nvPr/>
            </p:nvSpPr>
            <p:spPr>
              <a:xfrm>
                <a:off x="8940901" y="942175"/>
                <a:ext cx="1038225" cy="1246188"/>
              </a:xfrm>
              <a:custGeom>
                <a:rect b="b" l="l" r="r" t="t"/>
                <a:pathLst>
                  <a:path extrusionOk="0" h="409" w="341">
                    <a:moveTo>
                      <a:pt x="178" y="380"/>
                    </a:moveTo>
                    <a:cubicBezTo>
                      <a:pt x="168" y="399"/>
                      <a:pt x="152" y="409"/>
                      <a:pt x="133" y="399"/>
                    </a:cubicBezTo>
                    <a:cubicBezTo>
                      <a:pt x="19" y="337"/>
                      <a:pt x="19" y="337"/>
                      <a:pt x="19" y="337"/>
                    </a:cubicBezTo>
                    <a:cubicBezTo>
                      <a:pt x="0" y="327"/>
                      <a:pt x="0" y="308"/>
                      <a:pt x="10" y="289"/>
                    </a:cubicBezTo>
                    <a:cubicBezTo>
                      <a:pt x="145" y="19"/>
                      <a:pt x="145" y="19"/>
                      <a:pt x="145" y="19"/>
                    </a:cubicBezTo>
                    <a:cubicBezTo>
                      <a:pt x="155" y="0"/>
                      <a:pt x="173" y="8"/>
                      <a:pt x="192" y="18"/>
                    </a:cubicBezTo>
                    <a:cubicBezTo>
                      <a:pt x="306" y="80"/>
                      <a:pt x="306" y="80"/>
                      <a:pt x="306" y="80"/>
                    </a:cubicBezTo>
                    <a:cubicBezTo>
                      <a:pt x="325" y="90"/>
                      <a:pt x="341" y="101"/>
                      <a:pt x="331" y="120"/>
                    </a:cubicBezTo>
                    <a:lnTo>
                      <a:pt x="178" y="38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4" name="Google Shape;794;p23"/>
              <p:cNvSpPr/>
              <p:nvPr/>
            </p:nvSpPr>
            <p:spPr>
              <a:xfrm>
                <a:off x="9059963" y="1121563"/>
                <a:ext cx="541338" cy="812800"/>
              </a:xfrm>
              <a:custGeom>
                <a:rect b="b" l="l" r="r" t="t"/>
                <a:pathLst>
                  <a:path extrusionOk="0" h="267" w="178">
                    <a:moveTo>
                      <a:pt x="60" y="250"/>
                    </a:moveTo>
                    <a:cubicBezTo>
                      <a:pt x="53" y="262"/>
                      <a:pt x="38" y="267"/>
                      <a:pt x="26" y="260"/>
                    </a:cubicBezTo>
                    <a:cubicBezTo>
                      <a:pt x="17" y="256"/>
                      <a:pt x="17" y="256"/>
                      <a:pt x="17" y="256"/>
                    </a:cubicBezTo>
                    <a:cubicBezTo>
                      <a:pt x="5" y="249"/>
                      <a:pt x="0" y="234"/>
                      <a:pt x="7" y="221"/>
                    </a:cubicBezTo>
                    <a:cubicBezTo>
                      <a:pt x="118" y="17"/>
                      <a:pt x="118" y="17"/>
                      <a:pt x="118" y="17"/>
                    </a:cubicBezTo>
                    <a:cubicBezTo>
                      <a:pt x="124" y="4"/>
                      <a:pt x="140" y="0"/>
                      <a:pt x="152" y="6"/>
                    </a:cubicBezTo>
                    <a:cubicBezTo>
                      <a:pt x="161" y="11"/>
                      <a:pt x="161" y="11"/>
                      <a:pt x="161" y="11"/>
                    </a:cubicBezTo>
                    <a:cubicBezTo>
                      <a:pt x="173" y="18"/>
                      <a:pt x="178" y="33"/>
                      <a:pt x="171" y="45"/>
                    </a:cubicBezTo>
                    <a:lnTo>
                      <a:pt x="60" y="25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5" name="Google Shape;795;p23"/>
              <p:cNvSpPr/>
              <p:nvPr/>
            </p:nvSpPr>
            <p:spPr>
              <a:xfrm>
                <a:off x="9264751" y="1231100"/>
                <a:ext cx="541338" cy="812800"/>
              </a:xfrm>
              <a:custGeom>
                <a:rect b="b" l="l" r="r" t="t"/>
                <a:pathLst>
                  <a:path extrusionOk="0" h="267" w="178">
                    <a:moveTo>
                      <a:pt x="60" y="250"/>
                    </a:moveTo>
                    <a:cubicBezTo>
                      <a:pt x="53" y="263"/>
                      <a:pt x="38" y="267"/>
                      <a:pt x="26" y="261"/>
                    </a:cubicBezTo>
                    <a:cubicBezTo>
                      <a:pt x="17" y="256"/>
                      <a:pt x="17" y="256"/>
                      <a:pt x="17" y="256"/>
                    </a:cubicBezTo>
                    <a:cubicBezTo>
                      <a:pt x="5" y="249"/>
                      <a:pt x="0" y="234"/>
                      <a:pt x="7" y="222"/>
                    </a:cubicBezTo>
                    <a:cubicBezTo>
                      <a:pt x="118" y="17"/>
                      <a:pt x="118" y="17"/>
                      <a:pt x="118" y="17"/>
                    </a:cubicBezTo>
                    <a:cubicBezTo>
                      <a:pt x="124" y="5"/>
                      <a:pt x="140" y="0"/>
                      <a:pt x="152" y="7"/>
                    </a:cubicBezTo>
                    <a:cubicBezTo>
                      <a:pt x="161" y="11"/>
                      <a:pt x="161" y="11"/>
                      <a:pt x="161" y="11"/>
                    </a:cubicBezTo>
                    <a:cubicBezTo>
                      <a:pt x="173" y="18"/>
                      <a:pt x="178" y="33"/>
                      <a:pt x="171" y="46"/>
                    </a:cubicBezTo>
                    <a:lnTo>
                      <a:pt x="60" y="25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6" name="Google Shape;796;p23"/>
            <p:cNvGrpSpPr/>
            <p:nvPr/>
          </p:nvGrpSpPr>
          <p:grpSpPr>
            <a:xfrm rot="-5647818">
              <a:off x="6875241" y="2242369"/>
              <a:ext cx="724478" cy="513338"/>
              <a:chOff x="6180688" y="2320538"/>
              <a:chExt cx="1149350" cy="814387"/>
            </a:xfrm>
          </p:grpSpPr>
          <p:sp>
            <p:nvSpPr>
              <p:cNvPr id="797" name="Google Shape;797;p23"/>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8" name="Google Shape;798;p23"/>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9" name="Google Shape;799;p23"/>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0" name="Google Shape;800;p23"/>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1" name="Google Shape;801;p23"/>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2" name="Google Shape;802;p23"/>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3" name="Google Shape;803;p23"/>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04" name="Google Shape;804;p23"/>
            <p:cNvGrpSpPr/>
            <p:nvPr/>
          </p:nvGrpSpPr>
          <p:grpSpPr>
            <a:xfrm rot="-3025213">
              <a:off x="5819988" y="3296918"/>
              <a:ext cx="724441" cy="513312"/>
              <a:chOff x="6180688" y="2320538"/>
              <a:chExt cx="1149350" cy="814387"/>
            </a:xfrm>
          </p:grpSpPr>
          <p:sp>
            <p:nvSpPr>
              <p:cNvPr id="805" name="Google Shape;805;p23"/>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6" name="Google Shape;806;p23"/>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7" name="Google Shape;807;p23"/>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8" name="Google Shape;808;p23"/>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9" name="Google Shape;809;p23"/>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0" name="Google Shape;810;p23"/>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1" name="Google Shape;811;p23"/>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12" name="Google Shape;812;p23"/>
            <p:cNvSpPr/>
            <p:nvPr/>
          </p:nvSpPr>
          <p:spPr>
            <a:xfrm>
              <a:off x="7049199" y="304965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3" name="Google Shape;813;p23"/>
            <p:cNvSpPr/>
            <p:nvPr/>
          </p:nvSpPr>
          <p:spPr>
            <a:xfrm rot="-3765839">
              <a:off x="5550577" y="2823000"/>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14" name="Google Shape;814;p23"/>
            <p:cNvGrpSpPr/>
            <p:nvPr/>
          </p:nvGrpSpPr>
          <p:grpSpPr>
            <a:xfrm rot="-10580157">
              <a:off x="5523889" y="1118943"/>
              <a:ext cx="363973" cy="216195"/>
              <a:chOff x="6191763" y="4215150"/>
              <a:chExt cx="261938" cy="155576"/>
            </a:xfrm>
          </p:grpSpPr>
          <p:sp>
            <p:nvSpPr>
              <p:cNvPr id="815" name="Google Shape;815;p23"/>
              <p:cNvSpPr/>
              <p:nvPr/>
            </p:nvSpPr>
            <p:spPr>
              <a:xfrm>
                <a:off x="6302888" y="4215150"/>
                <a:ext cx="150813" cy="93663"/>
              </a:xfrm>
              <a:custGeom>
                <a:rect b="b" l="l" r="r" t="t"/>
                <a:pathLst>
                  <a:path extrusionOk="0" h="59" w="95">
                    <a:moveTo>
                      <a:pt x="95" y="0"/>
                    </a:moveTo>
                    <a:lnTo>
                      <a:pt x="56" y="30"/>
                    </a:lnTo>
                    <a:lnTo>
                      <a:pt x="16" y="59"/>
                    </a:lnTo>
                    <a:lnTo>
                      <a:pt x="8" y="44"/>
                    </a:lnTo>
                    <a:lnTo>
                      <a:pt x="0" y="28"/>
                    </a:lnTo>
                    <a:lnTo>
                      <a:pt x="47" y="15"/>
                    </a:lnTo>
                    <a:lnTo>
                      <a:pt x="95"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6" name="Google Shape;816;p23"/>
              <p:cNvSpPr/>
              <p:nvPr/>
            </p:nvSpPr>
            <p:spPr>
              <a:xfrm>
                <a:off x="6191763" y="4232613"/>
                <a:ext cx="160338" cy="138113"/>
              </a:xfrm>
              <a:custGeom>
                <a:rect b="b" l="l" r="r" t="t"/>
                <a:pathLst>
                  <a:path extrusionOk="0" h="53" w="62">
                    <a:moveTo>
                      <a:pt x="33" y="15"/>
                    </a:moveTo>
                    <a:cubicBezTo>
                      <a:pt x="13" y="27"/>
                      <a:pt x="13" y="27"/>
                      <a:pt x="13" y="27"/>
                    </a:cubicBezTo>
                    <a:cubicBezTo>
                      <a:pt x="11" y="25"/>
                      <a:pt x="8" y="24"/>
                      <a:pt x="5" y="25"/>
                    </a:cubicBezTo>
                    <a:cubicBezTo>
                      <a:pt x="1" y="27"/>
                      <a:pt x="0" y="31"/>
                      <a:pt x="2" y="34"/>
                    </a:cubicBezTo>
                    <a:cubicBezTo>
                      <a:pt x="9" y="48"/>
                      <a:pt x="9" y="48"/>
                      <a:pt x="9" y="48"/>
                    </a:cubicBezTo>
                    <a:cubicBezTo>
                      <a:pt x="10" y="51"/>
                      <a:pt x="14" y="53"/>
                      <a:pt x="18" y="51"/>
                    </a:cubicBezTo>
                    <a:cubicBezTo>
                      <a:pt x="21" y="50"/>
                      <a:pt x="22" y="46"/>
                      <a:pt x="21" y="43"/>
                    </a:cubicBezTo>
                    <a:cubicBezTo>
                      <a:pt x="43" y="35"/>
                      <a:pt x="43" y="35"/>
                      <a:pt x="43" y="35"/>
                    </a:cubicBezTo>
                    <a:cubicBezTo>
                      <a:pt x="45" y="39"/>
                      <a:pt x="51" y="41"/>
                      <a:pt x="55" y="38"/>
                    </a:cubicBezTo>
                    <a:cubicBezTo>
                      <a:pt x="60" y="36"/>
                      <a:pt x="62" y="30"/>
                      <a:pt x="60" y="25"/>
                    </a:cubicBezTo>
                    <a:cubicBezTo>
                      <a:pt x="50" y="7"/>
                      <a:pt x="50" y="7"/>
                      <a:pt x="50" y="7"/>
                    </a:cubicBezTo>
                    <a:cubicBezTo>
                      <a:pt x="48" y="2"/>
                      <a:pt x="42" y="0"/>
                      <a:pt x="37" y="3"/>
                    </a:cubicBezTo>
                    <a:cubicBezTo>
                      <a:pt x="33" y="5"/>
                      <a:pt x="31" y="10"/>
                      <a:pt x="33" y="15"/>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974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Nunito Black"/>
              <a:buNone/>
              <a:defRPr sz="3200">
                <a:solidFill>
                  <a:schemeClr val="dk1"/>
                </a:solidFill>
                <a:latin typeface="Nunito Black"/>
                <a:ea typeface="Nunito Black"/>
                <a:cs typeface="Nunito Black"/>
                <a:sym typeface="Nunito Black"/>
              </a:defRPr>
            </a:lvl1pPr>
            <a:lvl2pPr lvl="1" rtl="0">
              <a:spcBef>
                <a:spcPts val="0"/>
              </a:spcBef>
              <a:spcAft>
                <a:spcPts val="0"/>
              </a:spcAft>
              <a:buClr>
                <a:schemeClr val="dk1"/>
              </a:buClr>
              <a:buSzPts val="3200"/>
              <a:buFont typeface="Nunito Black"/>
              <a:buNone/>
              <a:defRPr sz="3200">
                <a:solidFill>
                  <a:schemeClr val="dk1"/>
                </a:solidFill>
                <a:latin typeface="Nunito Black"/>
                <a:ea typeface="Nunito Black"/>
                <a:cs typeface="Nunito Black"/>
                <a:sym typeface="Nunito Black"/>
              </a:defRPr>
            </a:lvl2pPr>
            <a:lvl3pPr lvl="2" rtl="0">
              <a:spcBef>
                <a:spcPts val="0"/>
              </a:spcBef>
              <a:spcAft>
                <a:spcPts val="0"/>
              </a:spcAft>
              <a:buClr>
                <a:schemeClr val="dk1"/>
              </a:buClr>
              <a:buSzPts val="3200"/>
              <a:buFont typeface="Nunito Black"/>
              <a:buNone/>
              <a:defRPr sz="3200">
                <a:solidFill>
                  <a:schemeClr val="dk1"/>
                </a:solidFill>
                <a:latin typeface="Nunito Black"/>
                <a:ea typeface="Nunito Black"/>
                <a:cs typeface="Nunito Black"/>
                <a:sym typeface="Nunito Black"/>
              </a:defRPr>
            </a:lvl3pPr>
            <a:lvl4pPr lvl="3" rtl="0">
              <a:spcBef>
                <a:spcPts val="0"/>
              </a:spcBef>
              <a:spcAft>
                <a:spcPts val="0"/>
              </a:spcAft>
              <a:buClr>
                <a:schemeClr val="dk1"/>
              </a:buClr>
              <a:buSzPts val="3200"/>
              <a:buFont typeface="Nunito Black"/>
              <a:buNone/>
              <a:defRPr sz="3200">
                <a:solidFill>
                  <a:schemeClr val="dk1"/>
                </a:solidFill>
                <a:latin typeface="Nunito Black"/>
                <a:ea typeface="Nunito Black"/>
                <a:cs typeface="Nunito Black"/>
                <a:sym typeface="Nunito Black"/>
              </a:defRPr>
            </a:lvl4pPr>
            <a:lvl5pPr lvl="4" rtl="0">
              <a:spcBef>
                <a:spcPts val="0"/>
              </a:spcBef>
              <a:spcAft>
                <a:spcPts val="0"/>
              </a:spcAft>
              <a:buClr>
                <a:schemeClr val="dk1"/>
              </a:buClr>
              <a:buSzPts val="3200"/>
              <a:buFont typeface="Nunito Black"/>
              <a:buNone/>
              <a:defRPr sz="3200">
                <a:solidFill>
                  <a:schemeClr val="dk1"/>
                </a:solidFill>
                <a:latin typeface="Nunito Black"/>
                <a:ea typeface="Nunito Black"/>
                <a:cs typeface="Nunito Black"/>
                <a:sym typeface="Nunito Black"/>
              </a:defRPr>
            </a:lvl5pPr>
            <a:lvl6pPr lvl="5" rtl="0">
              <a:spcBef>
                <a:spcPts val="0"/>
              </a:spcBef>
              <a:spcAft>
                <a:spcPts val="0"/>
              </a:spcAft>
              <a:buClr>
                <a:schemeClr val="dk1"/>
              </a:buClr>
              <a:buSzPts val="3200"/>
              <a:buFont typeface="Nunito Black"/>
              <a:buNone/>
              <a:defRPr sz="3200">
                <a:solidFill>
                  <a:schemeClr val="dk1"/>
                </a:solidFill>
                <a:latin typeface="Nunito Black"/>
                <a:ea typeface="Nunito Black"/>
                <a:cs typeface="Nunito Black"/>
                <a:sym typeface="Nunito Black"/>
              </a:defRPr>
            </a:lvl6pPr>
            <a:lvl7pPr lvl="6" rtl="0">
              <a:spcBef>
                <a:spcPts val="0"/>
              </a:spcBef>
              <a:spcAft>
                <a:spcPts val="0"/>
              </a:spcAft>
              <a:buClr>
                <a:schemeClr val="dk1"/>
              </a:buClr>
              <a:buSzPts val="3200"/>
              <a:buFont typeface="Nunito Black"/>
              <a:buNone/>
              <a:defRPr sz="3200">
                <a:solidFill>
                  <a:schemeClr val="dk1"/>
                </a:solidFill>
                <a:latin typeface="Nunito Black"/>
                <a:ea typeface="Nunito Black"/>
                <a:cs typeface="Nunito Black"/>
                <a:sym typeface="Nunito Black"/>
              </a:defRPr>
            </a:lvl7pPr>
            <a:lvl8pPr lvl="7" rtl="0">
              <a:spcBef>
                <a:spcPts val="0"/>
              </a:spcBef>
              <a:spcAft>
                <a:spcPts val="0"/>
              </a:spcAft>
              <a:buClr>
                <a:schemeClr val="dk1"/>
              </a:buClr>
              <a:buSzPts val="3200"/>
              <a:buFont typeface="Nunito Black"/>
              <a:buNone/>
              <a:defRPr sz="3200">
                <a:solidFill>
                  <a:schemeClr val="dk1"/>
                </a:solidFill>
                <a:latin typeface="Nunito Black"/>
                <a:ea typeface="Nunito Black"/>
                <a:cs typeface="Nunito Black"/>
                <a:sym typeface="Nunito Black"/>
              </a:defRPr>
            </a:lvl8pPr>
            <a:lvl9pPr lvl="8" rtl="0">
              <a:spcBef>
                <a:spcPts val="0"/>
              </a:spcBef>
              <a:spcAft>
                <a:spcPts val="0"/>
              </a:spcAft>
              <a:buClr>
                <a:schemeClr val="dk1"/>
              </a:buClr>
              <a:buSzPts val="3200"/>
              <a:buFont typeface="Nunito Black"/>
              <a:buNone/>
              <a:defRPr sz="3200">
                <a:solidFill>
                  <a:schemeClr val="dk1"/>
                </a:solidFill>
                <a:latin typeface="Nunito Black"/>
                <a:ea typeface="Nunito Black"/>
                <a:cs typeface="Nunito Black"/>
                <a:sym typeface="Nunito Black"/>
              </a:defRPr>
            </a:lvl9pPr>
          </a:lstStyle>
          <a:p/>
        </p:txBody>
      </p:sp>
      <p:sp>
        <p:nvSpPr>
          <p:cNvPr id="7" name="Google Shape;7;p1"/>
          <p:cNvSpPr txBox="1"/>
          <p:nvPr>
            <p:ph idx="1" type="body"/>
          </p:nvPr>
        </p:nvSpPr>
        <p:spPr>
          <a:xfrm>
            <a:off x="713225" y="13048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0" name="Shape 820"/>
        <p:cNvGrpSpPr/>
        <p:nvPr/>
      </p:nvGrpSpPr>
      <p:grpSpPr>
        <a:xfrm>
          <a:off x="0" y="0"/>
          <a:ext cx="0" cy="0"/>
          <a:chOff x="0" y="0"/>
          <a:chExt cx="0" cy="0"/>
        </a:xfrm>
      </p:grpSpPr>
      <p:sp>
        <p:nvSpPr>
          <p:cNvPr id="821" name="Google Shape;821;p24"/>
          <p:cNvSpPr txBox="1"/>
          <p:nvPr>
            <p:ph type="ctrTitle"/>
          </p:nvPr>
        </p:nvSpPr>
        <p:spPr>
          <a:xfrm>
            <a:off x="830150" y="1812575"/>
            <a:ext cx="4811100" cy="218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Charlotte- Mecklenburg K-12 Test Proficiency and Their Factors</a:t>
            </a:r>
            <a:endParaRPr/>
          </a:p>
        </p:txBody>
      </p:sp>
      <p:sp>
        <p:nvSpPr>
          <p:cNvPr id="822" name="Google Shape;822;p24"/>
          <p:cNvSpPr txBox="1"/>
          <p:nvPr>
            <p:ph idx="1" type="subTitle"/>
          </p:nvPr>
        </p:nvSpPr>
        <p:spPr>
          <a:xfrm>
            <a:off x="830150" y="3992998"/>
            <a:ext cx="48111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Jordan Beyer, Christopher Carroll, Andrew Farmer, and </a:t>
            </a:r>
            <a:r>
              <a:rPr lang="en"/>
              <a:t>Jordan Sentosa</a:t>
            </a:r>
            <a:endParaRPr/>
          </a:p>
        </p:txBody>
      </p:sp>
      <p:grpSp>
        <p:nvGrpSpPr>
          <p:cNvPr id="823" name="Google Shape;823;p24"/>
          <p:cNvGrpSpPr/>
          <p:nvPr/>
        </p:nvGrpSpPr>
        <p:grpSpPr>
          <a:xfrm>
            <a:off x="5116158" y="1211987"/>
            <a:ext cx="3912681" cy="4356485"/>
            <a:chOff x="5116158" y="1211987"/>
            <a:chExt cx="3912681" cy="4356485"/>
          </a:xfrm>
        </p:grpSpPr>
        <p:grpSp>
          <p:nvGrpSpPr>
            <p:cNvPr id="824" name="Google Shape;824;p24"/>
            <p:cNvGrpSpPr/>
            <p:nvPr/>
          </p:nvGrpSpPr>
          <p:grpSpPr>
            <a:xfrm>
              <a:off x="5116158" y="1211987"/>
              <a:ext cx="3912681" cy="4356485"/>
              <a:chOff x="5116158" y="1211987"/>
              <a:chExt cx="3912681" cy="4356485"/>
            </a:xfrm>
          </p:grpSpPr>
          <p:grpSp>
            <p:nvGrpSpPr>
              <p:cNvPr id="825" name="Google Shape;825;p24"/>
              <p:cNvGrpSpPr/>
              <p:nvPr/>
            </p:nvGrpSpPr>
            <p:grpSpPr>
              <a:xfrm>
                <a:off x="6589856" y="3409662"/>
                <a:ext cx="2438983" cy="2158810"/>
                <a:chOff x="6589856" y="3409662"/>
                <a:chExt cx="2438983" cy="2158810"/>
              </a:xfrm>
            </p:grpSpPr>
            <p:sp>
              <p:nvSpPr>
                <p:cNvPr id="826" name="Google Shape;826;p24"/>
                <p:cNvSpPr/>
                <p:nvPr/>
              </p:nvSpPr>
              <p:spPr>
                <a:xfrm rot="-4170570">
                  <a:off x="7398034" y="3755709"/>
                  <a:ext cx="734114" cy="1660307"/>
                </a:xfrm>
                <a:custGeom>
                  <a:rect b="b" l="l" r="r" t="t"/>
                  <a:pathLst>
                    <a:path extrusionOk="0" h="385" w="170">
                      <a:moveTo>
                        <a:pt x="7" y="251"/>
                      </a:moveTo>
                      <a:cubicBezTo>
                        <a:pt x="0" y="385"/>
                        <a:pt x="0" y="385"/>
                        <a:pt x="0" y="385"/>
                      </a:cubicBezTo>
                      <a:cubicBezTo>
                        <a:pt x="164" y="128"/>
                        <a:pt x="164" y="128"/>
                        <a:pt x="164" y="128"/>
                      </a:cubicBezTo>
                      <a:cubicBezTo>
                        <a:pt x="170" y="4"/>
                        <a:pt x="170" y="4"/>
                        <a:pt x="170" y="4"/>
                      </a:cubicBezTo>
                      <a:cubicBezTo>
                        <a:pt x="170" y="1"/>
                        <a:pt x="167" y="0"/>
                        <a:pt x="165" y="2"/>
                      </a:cubicBezTo>
                      <a:lnTo>
                        <a:pt x="7" y="25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7" name="Google Shape;827;p24"/>
                <p:cNvSpPr/>
                <p:nvPr/>
              </p:nvSpPr>
              <p:spPr>
                <a:xfrm rot="-4170570">
                  <a:off x="7170606" y="3826193"/>
                  <a:ext cx="907775" cy="1768186"/>
                </a:xfrm>
                <a:custGeom>
                  <a:rect b="b" l="l" r="r" t="t"/>
                  <a:pathLst>
                    <a:path extrusionOk="0" h="410" w="211">
                      <a:moveTo>
                        <a:pt x="0" y="254"/>
                      </a:moveTo>
                      <a:cubicBezTo>
                        <a:pt x="47" y="410"/>
                        <a:pt x="47" y="410"/>
                        <a:pt x="47" y="410"/>
                      </a:cubicBezTo>
                      <a:cubicBezTo>
                        <a:pt x="211" y="153"/>
                        <a:pt x="211" y="153"/>
                        <a:pt x="211" y="153"/>
                      </a:cubicBezTo>
                      <a:cubicBezTo>
                        <a:pt x="166" y="3"/>
                        <a:pt x="166" y="3"/>
                        <a:pt x="166" y="3"/>
                      </a:cubicBezTo>
                      <a:cubicBezTo>
                        <a:pt x="165" y="1"/>
                        <a:pt x="162" y="0"/>
                        <a:pt x="161" y="2"/>
                      </a:cubicBezTo>
                      <a:lnTo>
                        <a:pt x="0" y="25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8" name="Google Shape;828;p24"/>
                <p:cNvSpPr/>
                <p:nvPr/>
              </p:nvSpPr>
              <p:spPr>
                <a:xfrm rot="-4170570">
                  <a:off x="7296641" y="3799265"/>
                  <a:ext cx="763056" cy="1707669"/>
                </a:xfrm>
                <a:custGeom>
                  <a:rect b="b" l="l" r="r" t="t"/>
                  <a:pathLst>
                    <a:path extrusionOk="0" h="396" w="177">
                      <a:moveTo>
                        <a:pt x="0" y="252"/>
                      </a:moveTo>
                      <a:cubicBezTo>
                        <a:pt x="13" y="396"/>
                        <a:pt x="13" y="396"/>
                        <a:pt x="13" y="396"/>
                      </a:cubicBezTo>
                      <a:cubicBezTo>
                        <a:pt x="177" y="139"/>
                        <a:pt x="177" y="139"/>
                        <a:pt x="177" y="139"/>
                      </a:cubicBezTo>
                      <a:cubicBezTo>
                        <a:pt x="164" y="3"/>
                        <a:pt x="164" y="3"/>
                        <a:pt x="164" y="3"/>
                      </a:cubicBezTo>
                      <a:cubicBezTo>
                        <a:pt x="164" y="1"/>
                        <a:pt x="160" y="0"/>
                        <a:pt x="159" y="2"/>
                      </a:cubicBezTo>
                      <a:lnTo>
                        <a:pt x="0" y="25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9" name="Google Shape;829;p24"/>
                <p:cNvSpPr/>
                <p:nvPr/>
              </p:nvSpPr>
              <p:spPr>
                <a:xfrm rot="-4170570">
                  <a:off x="7427170" y="3703129"/>
                  <a:ext cx="1199841" cy="1362977"/>
                </a:xfrm>
                <a:custGeom>
                  <a:rect b="b" l="l" r="r" t="t"/>
                  <a:pathLst>
                    <a:path extrusionOk="0" h="316" w="278">
                      <a:moveTo>
                        <a:pt x="118" y="254"/>
                      </a:moveTo>
                      <a:cubicBezTo>
                        <a:pt x="0" y="316"/>
                        <a:pt x="0" y="316"/>
                        <a:pt x="0" y="316"/>
                      </a:cubicBezTo>
                      <a:cubicBezTo>
                        <a:pt x="163" y="59"/>
                        <a:pt x="163" y="59"/>
                        <a:pt x="163" y="59"/>
                      </a:cubicBezTo>
                      <a:cubicBezTo>
                        <a:pt x="273" y="1"/>
                        <a:pt x="273" y="1"/>
                        <a:pt x="273" y="1"/>
                      </a:cubicBezTo>
                      <a:cubicBezTo>
                        <a:pt x="276" y="0"/>
                        <a:pt x="278" y="3"/>
                        <a:pt x="277" y="5"/>
                      </a:cubicBezTo>
                      <a:lnTo>
                        <a:pt x="118" y="25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0" name="Google Shape;830;p24"/>
                <p:cNvSpPr/>
                <p:nvPr/>
              </p:nvSpPr>
              <p:spPr>
                <a:xfrm rot="-4170570">
                  <a:off x="7487923" y="3680637"/>
                  <a:ext cx="1391921" cy="1207735"/>
                </a:xfrm>
                <a:custGeom>
                  <a:rect b="b" l="l" r="r" t="t"/>
                  <a:pathLst>
                    <a:path extrusionOk="0" h="280" w="323">
                      <a:moveTo>
                        <a:pt x="161" y="257"/>
                      </a:moveTo>
                      <a:cubicBezTo>
                        <a:pt x="0" y="280"/>
                        <a:pt x="0" y="280"/>
                        <a:pt x="0" y="280"/>
                      </a:cubicBezTo>
                      <a:cubicBezTo>
                        <a:pt x="164" y="23"/>
                        <a:pt x="164" y="23"/>
                        <a:pt x="164" y="23"/>
                      </a:cubicBezTo>
                      <a:cubicBezTo>
                        <a:pt x="319" y="1"/>
                        <a:pt x="319" y="1"/>
                        <a:pt x="319" y="1"/>
                      </a:cubicBezTo>
                      <a:cubicBezTo>
                        <a:pt x="321" y="0"/>
                        <a:pt x="323" y="3"/>
                        <a:pt x="321" y="5"/>
                      </a:cubicBezTo>
                      <a:lnTo>
                        <a:pt x="161" y="25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1" name="Google Shape;831;p24"/>
                <p:cNvSpPr/>
                <p:nvPr/>
              </p:nvSpPr>
              <p:spPr>
                <a:xfrm rot="-4170570">
                  <a:off x="7479947" y="3669144"/>
                  <a:ext cx="1276148" cy="1305090"/>
                </a:xfrm>
                <a:custGeom>
                  <a:rect b="b" l="l" r="r" t="t"/>
                  <a:pathLst>
                    <a:path extrusionOk="0" h="303" w="296">
                      <a:moveTo>
                        <a:pt x="136" y="255"/>
                      </a:moveTo>
                      <a:cubicBezTo>
                        <a:pt x="0" y="303"/>
                        <a:pt x="0" y="303"/>
                        <a:pt x="0" y="303"/>
                      </a:cubicBezTo>
                      <a:cubicBezTo>
                        <a:pt x="164" y="46"/>
                        <a:pt x="164" y="46"/>
                        <a:pt x="164" y="46"/>
                      </a:cubicBezTo>
                      <a:cubicBezTo>
                        <a:pt x="292" y="1"/>
                        <a:pt x="292" y="1"/>
                        <a:pt x="292" y="1"/>
                      </a:cubicBezTo>
                      <a:cubicBezTo>
                        <a:pt x="294" y="0"/>
                        <a:pt x="296" y="2"/>
                        <a:pt x="295" y="4"/>
                      </a:cubicBezTo>
                      <a:lnTo>
                        <a:pt x="136" y="25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2" name="Google Shape;832;p24"/>
                <p:cNvSpPr/>
                <p:nvPr/>
              </p:nvSpPr>
              <p:spPr>
                <a:xfrm rot="-4170570">
                  <a:off x="7524646" y="3726524"/>
                  <a:ext cx="1452439" cy="1118273"/>
                </a:xfrm>
                <a:custGeom>
                  <a:rect b="b" l="l" r="r" t="t"/>
                  <a:pathLst>
                    <a:path extrusionOk="0" h="425" w="552">
                      <a:moveTo>
                        <a:pt x="283" y="425"/>
                      </a:moveTo>
                      <a:lnTo>
                        <a:pt x="0" y="420"/>
                      </a:lnTo>
                      <a:lnTo>
                        <a:pt x="267" y="0"/>
                      </a:lnTo>
                      <a:lnTo>
                        <a:pt x="552" y="4"/>
                      </a:lnTo>
                      <a:lnTo>
                        <a:pt x="283" y="425"/>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3" name="Google Shape;833;p24"/>
                <p:cNvSpPr/>
                <p:nvPr/>
              </p:nvSpPr>
              <p:spPr>
                <a:xfrm rot="-4170570">
                  <a:off x="7088605" y="3885936"/>
                  <a:ext cx="1028812" cy="1778711"/>
                </a:xfrm>
                <a:custGeom>
                  <a:rect b="b" l="l" r="r" t="t"/>
                  <a:pathLst>
                    <a:path extrusionOk="0" h="676" w="391">
                      <a:moveTo>
                        <a:pt x="0" y="419"/>
                      </a:moveTo>
                      <a:lnTo>
                        <a:pt x="124" y="676"/>
                      </a:lnTo>
                      <a:lnTo>
                        <a:pt x="391" y="255"/>
                      </a:lnTo>
                      <a:lnTo>
                        <a:pt x="268" y="0"/>
                      </a:lnTo>
                      <a:lnTo>
                        <a:pt x="0" y="419"/>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4" name="Google Shape;834;p24"/>
                <p:cNvSpPr/>
                <p:nvPr/>
              </p:nvSpPr>
              <p:spPr>
                <a:xfrm rot="-4170570">
                  <a:off x="7302146" y="3568635"/>
                  <a:ext cx="413104" cy="663070"/>
                </a:xfrm>
                <a:custGeom>
                  <a:rect b="b" l="l" r="r" t="t"/>
                  <a:pathLst>
                    <a:path extrusionOk="0" h="154" w="96">
                      <a:moveTo>
                        <a:pt x="0" y="154"/>
                      </a:moveTo>
                      <a:cubicBezTo>
                        <a:pt x="3" y="138"/>
                        <a:pt x="13" y="125"/>
                        <a:pt x="24" y="113"/>
                      </a:cubicBezTo>
                      <a:cubicBezTo>
                        <a:pt x="35" y="101"/>
                        <a:pt x="47" y="89"/>
                        <a:pt x="55" y="75"/>
                      </a:cubicBezTo>
                      <a:cubicBezTo>
                        <a:pt x="69" y="53"/>
                        <a:pt x="70" y="24"/>
                        <a:pt x="60" y="0"/>
                      </a:cubicBezTo>
                      <a:cubicBezTo>
                        <a:pt x="66" y="7"/>
                        <a:pt x="74" y="15"/>
                        <a:pt x="80" y="23"/>
                      </a:cubicBezTo>
                      <a:cubicBezTo>
                        <a:pt x="85" y="15"/>
                        <a:pt x="91" y="9"/>
                        <a:pt x="96" y="1"/>
                      </a:cubicBezTo>
                      <a:cubicBezTo>
                        <a:pt x="96" y="18"/>
                        <a:pt x="94" y="34"/>
                        <a:pt x="90" y="51"/>
                      </a:cubicBezTo>
                      <a:cubicBezTo>
                        <a:pt x="87" y="67"/>
                        <a:pt x="81" y="83"/>
                        <a:pt x="70" y="95"/>
                      </a:cubicBezTo>
                      <a:cubicBezTo>
                        <a:pt x="50" y="117"/>
                        <a:pt x="11" y="127"/>
                        <a:pt x="0" y="154"/>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5" name="Google Shape;835;p24"/>
                <p:cNvSpPr/>
                <p:nvPr/>
              </p:nvSpPr>
              <p:spPr>
                <a:xfrm rot="-4170570">
                  <a:off x="7618352" y="4087098"/>
                  <a:ext cx="849889" cy="1199841"/>
                </a:xfrm>
                <a:custGeom>
                  <a:rect b="b" l="l" r="r" t="t"/>
                  <a:pathLst>
                    <a:path extrusionOk="0" h="456" w="323">
                      <a:moveTo>
                        <a:pt x="56" y="456"/>
                      </a:moveTo>
                      <a:lnTo>
                        <a:pt x="0" y="421"/>
                      </a:lnTo>
                      <a:lnTo>
                        <a:pt x="267" y="0"/>
                      </a:lnTo>
                      <a:lnTo>
                        <a:pt x="323" y="36"/>
                      </a:lnTo>
                      <a:lnTo>
                        <a:pt x="56" y="4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36" name="Google Shape;836;p24"/>
              <p:cNvGrpSpPr/>
              <p:nvPr/>
            </p:nvGrpSpPr>
            <p:grpSpPr>
              <a:xfrm rot="-7917806">
                <a:off x="5252946" y="4096941"/>
                <a:ext cx="1144442" cy="877934"/>
                <a:chOff x="6729413" y="2840263"/>
                <a:chExt cx="742950" cy="569913"/>
              </a:xfrm>
            </p:grpSpPr>
            <p:sp>
              <p:nvSpPr>
                <p:cNvPr id="837" name="Google Shape;837;p24"/>
                <p:cNvSpPr/>
                <p:nvPr/>
              </p:nvSpPr>
              <p:spPr>
                <a:xfrm>
                  <a:off x="7326313" y="2840263"/>
                  <a:ext cx="146050" cy="122238"/>
                </a:xfrm>
                <a:custGeom>
                  <a:rect b="b" l="l" r="r" t="t"/>
                  <a:pathLst>
                    <a:path extrusionOk="0" h="47" w="56">
                      <a:moveTo>
                        <a:pt x="41" y="20"/>
                      </a:moveTo>
                      <a:cubicBezTo>
                        <a:pt x="56" y="0"/>
                        <a:pt x="56" y="0"/>
                        <a:pt x="56" y="0"/>
                      </a:cubicBezTo>
                      <a:cubicBezTo>
                        <a:pt x="33" y="9"/>
                        <a:pt x="33" y="9"/>
                        <a:pt x="33" y="9"/>
                      </a:cubicBezTo>
                      <a:cubicBezTo>
                        <a:pt x="13" y="17"/>
                        <a:pt x="13" y="17"/>
                        <a:pt x="13" y="17"/>
                      </a:cubicBezTo>
                      <a:cubicBezTo>
                        <a:pt x="11" y="18"/>
                        <a:pt x="9" y="19"/>
                        <a:pt x="8" y="20"/>
                      </a:cubicBezTo>
                      <a:cubicBezTo>
                        <a:pt x="0" y="26"/>
                        <a:pt x="0" y="26"/>
                        <a:pt x="0" y="26"/>
                      </a:cubicBezTo>
                      <a:cubicBezTo>
                        <a:pt x="16" y="47"/>
                        <a:pt x="16" y="47"/>
                        <a:pt x="16" y="47"/>
                      </a:cubicBezTo>
                      <a:cubicBezTo>
                        <a:pt x="23" y="41"/>
                        <a:pt x="23" y="41"/>
                        <a:pt x="23" y="41"/>
                      </a:cubicBezTo>
                      <a:cubicBezTo>
                        <a:pt x="25" y="40"/>
                        <a:pt x="27" y="38"/>
                        <a:pt x="28" y="37"/>
                      </a:cubicBezTo>
                      <a:lnTo>
                        <a:pt x="41" y="2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8" name="Google Shape;838;p24"/>
                <p:cNvSpPr/>
                <p:nvPr/>
              </p:nvSpPr>
              <p:spPr>
                <a:xfrm>
                  <a:off x="7423150" y="2840263"/>
                  <a:ext cx="49213" cy="33338"/>
                </a:xfrm>
                <a:custGeom>
                  <a:rect b="b" l="l" r="r" t="t"/>
                  <a:pathLst>
                    <a:path extrusionOk="0" h="21" w="31">
                      <a:moveTo>
                        <a:pt x="0" y="13"/>
                      </a:moveTo>
                      <a:lnTo>
                        <a:pt x="16" y="21"/>
                      </a:lnTo>
                      <a:lnTo>
                        <a:pt x="31"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9" name="Google Shape;839;p24"/>
                <p:cNvSpPr/>
                <p:nvPr/>
              </p:nvSpPr>
              <p:spPr>
                <a:xfrm>
                  <a:off x="6835775" y="2892650"/>
                  <a:ext cx="525463" cy="403225"/>
                </a:xfrm>
                <a:custGeom>
                  <a:rect b="b" l="l" r="r" t="t"/>
                  <a:pathLst>
                    <a:path extrusionOk="0" h="155" w="202">
                      <a:moveTo>
                        <a:pt x="5" y="155"/>
                      </a:moveTo>
                      <a:cubicBezTo>
                        <a:pt x="0" y="148"/>
                        <a:pt x="0" y="148"/>
                        <a:pt x="0" y="148"/>
                      </a:cubicBezTo>
                      <a:cubicBezTo>
                        <a:pt x="195" y="2"/>
                        <a:pt x="195" y="2"/>
                        <a:pt x="195" y="2"/>
                      </a:cubicBezTo>
                      <a:cubicBezTo>
                        <a:pt x="197" y="0"/>
                        <a:pt x="199" y="1"/>
                        <a:pt x="201" y="3"/>
                      </a:cubicBezTo>
                      <a:cubicBezTo>
                        <a:pt x="202" y="5"/>
                        <a:pt x="202" y="7"/>
                        <a:pt x="200" y="9"/>
                      </a:cubicBezTo>
                      <a:lnTo>
                        <a:pt x="5" y="1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0" name="Google Shape;840;p24"/>
                <p:cNvSpPr/>
                <p:nvPr/>
              </p:nvSpPr>
              <p:spPr>
                <a:xfrm>
                  <a:off x="6861175" y="2929163"/>
                  <a:ext cx="528638" cy="403225"/>
                </a:xfrm>
                <a:custGeom>
                  <a:rect b="b" l="l" r="r" t="t"/>
                  <a:pathLst>
                    <a:path extrusionOk="0" h="155" w="203">
                      <a:moveTo>
                        <a:pt x="5" y="155"/>
                      </a:moveTo>
                      <a:cubicBezTo>
                        <a:pt x="0" y="148"/>
                        <a:pt x="0" y="148"/>
                        <a:pt x="0" y="148"/>
                      </a:cubicBezTo>
                      <a:cubicBezTo>
                        <a:pt x="195" y="2"/>
                        <a:pt x="195" y="2"/>
                        <a:pt x="195" y="2"/>
                      </a:cubicBezTo>
                      <a:cubicBezTo>
                        <a:pt x="197" y="0"/>
                        <a:pt x="200" y="1"/>
                        <a:pt x="201" y="3"/>
                      </a:cubicBezTo>
                      <a:cubicBezTo>
                        <a:pt x="203" y="5"/>
                        <a:pt x="202" y="7"/>
                        <a:pt x="200" y="9"/>
                      </a:cubicBezTo>
                      <a:lnTo>
                        <a:pt x="5" y="1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1" name="Google Shape;841;p24"/>
                <p:cNvSpPr/>
                <p:nvPr/>
              </p:nvSpPr>
              <p:spPr>
                <a:xfrm>
                  <a:off x="6845300" y="2910113"/>
                  <a:ext cx="531813" cy="406400"/>
                </a:xfrm>
                <a:custGeom>
                  <a:rect b="b" l="l" r="r" t="t"/>
                  <a:pathLst>
                    <a:path extrusionOk="0" h="156" w="204">
                      <a:moveTo>
                        <a:pt x="7" y="156"/>
                      </a:moveTo>
                      <a:cubicBezTo>
                        <a:pt x="0" y="147"/>
                        <a:pt x="0" y="147"/>
                        <a:pt x="0" y="147"/>
                      </a:cubicBezTo>
                      <a:cubicBezTo>
                        <a:pt x="194" y="1"/>
                        <a:pt x="194" y="1"/>
                        <a:pt x="194" y="1"/>
                      </a:cubicBezTo>
                      <a:cubicBezTo>
                        <a:pt x="196" y="0"/>
                        <a:pt x="200" y="0"/>
                        <a:pt x="202" y="3"/>
                      </a:cubicBezTo>
                      <a:cubicBezTo>
                        <a:pt x="204" y="5"/>
                        <a:pt x="203" y="9"/>
                        <a:pt x="201" y="11"/>
                      </a:cubicBezTo>
                      <a:lnTo>
                        <a:pt x="7" y="15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2" name="Google Shape;842;p24"/>
                <p:cNvSpPr/>
                <p:nvPr/>
              </p:nvSpPr>
              <p:spPr>
                <a:xfrm>
                  <a:off x="6762750" y="3276825"/>
                  <a:ext cx="111125" cy="109538"/>
                </a:xfrm>
                <a:custGeom>
                  <a:rect b="b" l="l" r="r" t="t"/>
                  <a:pathLst>
                    <a:path extrusionOk="0" h="69" w="70">
                      <a:moveTo>
                        <a:pt x="25" y="69"/>
                      </a:moveTo>
                      <a:lnTo>
                        <a:pt x="0" y="35"/>
                      </a:lnTo>
                      <a:lnTo>
                        <a:pt x="46" y="0"/>
                      </a:lnTo>
                      <a:lnTo>
                        <a:pt x="70" y="35"/>
                      </a:lnTo>
                      <a:lnTo>
                        <a:pt x="25" y="69"/>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3" name="Google Shape;843;p24"/>
                <p:cNvSpPr/>
                <p:nvPr/>
              </p:nvSpPr>
              <p:spPr>
                <a:xfrm>
                  <a:off x="6729413" y="3332388"/>
                  <a:ext cx="73025" cy="77788"/>
                </a:xfrm>
                <a:custGeom>
                  <a:rect b="b" l="l" r="r" t="t"/>
                  <a:pathLst>
                    <a:path extrusionOk="0" h="30" w="28">
                      <a:moveTo>
                        <a:pt x="13" y="28"/>
                      </a:moveTo>
                      <a:cubicBezTo>
                        <a:pt x="2" y="13"/>
                        <a:pt x="2" y="13"/>
                        <a:pt x="2" y="13"/>
                      </a:cubicBezTo>
                      <a:cubicBezTo>
                        <a:pt x="0" y="11"/>
                        <a:pt x="1" y="9"/>
                        <a:pt x="2" y="8"/>
                      </a:cubicBezTo>
                      <a:cubicBezTo>
                        <a:pt x="13" y="0"/>
                        <a:pt x="13" y="0"/>
                        <a:pt x="13" y="0"/>
                      </a:cubicBezTo>
                      <a:cubicBezTo>
                        <a:pt x="28" y="21"/>
                        <a:pt x="28" y="21"/>
                        <a:pt x="28" y="21"/>
                      </a:cubicBezTo>
                      <a:cubicBezTo>
                        <a:pt x="18" y="28"/>
                        <a:pt x="18" y="28"/>
                        <a:pt x="18" y="28"/>
                      </a:cubicBezTo>
                      <a:cubicBezTo>
                        <a:pt x="16" y="30"/>
                        <a:pt x="14" y="29"/>
                        <a:pt x="13" y="2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4" name="Google Shape;844;p24"/>
                <p:cNvSpPr/>
                <p:nvPr/>
              </p:nvSpPr>
              <p:spPr>
                <a:xfrm>
                  <a:off x="6767513" y="3210150"/>
                  <a:ext cx="0" cy="0"/>
                </a:xfrm>
                <a:custGeom>
                  <a:rect b="b" l="l" r="r" t="t"/>
                  <a:pathLst>
                    <a:path extrusionOk="0" h="120000" w="120000">
                      <a:moveTo>
                        <a:pt x="0" y="0"/>
                      </a:moveTo>
                      <a:cubicBezTo>
                        <a:pt x="0" y="0"/>
                        <a:pt x="0" y="0"/>
                        <a:pt x="0" y="0"/>
                      </a:cubicBezTo>
                      <a:cubicBezTo>
                        <a:pt x="0" y="0"/>
                        <a:pt x="0" y="0"/>
                        <a:pt x="0" y="0"/>
                      </a:cubicBezTo>
                    </a:path>
                  </a:pathLst>
                </a:custGeom>
                <a:solidFill>
                  <a:srgbClr val="FFECC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45" name="Google Shape;845;p24"/>
              <p:cNvGrpSpPr/>
              <p:nvPr/>
            </p:nvGrpSpPr>
            <p:grpSpPr>
              <a:xfrm rot="-947495">
                <a:off x="5562652" y="3274806"/>
                <a:ext cx="698480" cy="778306"/>
                <a:chOff x="5431538" y="3074425"/>
                <a:chExt cx="485775" cy="541338"/>
              </a:xfrm>
            </p:grpSpPr>
            <p:sp>
              <p:nvSpPr>
                <p:cNvPr id="846" name="Google Shape;846;p24"/>
                <p:cNvSpPr/>
                <p:nvPr/>
              </p:nvSpPr>
              <p:spPr>
                <a:xfrm>
                  <a:off x="5431538" y="3074425"/>
                  <a:ext cx="485775" cy="541338"/>
                </a:xfrm>
                <a:custGeom>
                  <a:rect b="b" l="l" r="r" t="t"/>
                  <a:pathLst>
                    <a:path extrusionOk="0" h="208" w="187">
                      <a:moveTo>
                        <a:pt x="187" y="99"/>
                      </a:moveTo>
                      <a:cubicBezTo>
                        <a:pt x="147" y="0"/>
                        <a:pt x="147" y="0"/>
                        <a:pt x="147" y="0"/>
                      </a:cubicBezTo>
                      <a:cubicBezTo>
                        <a:pt x="0" y="61"/>
                        <a:pt x="0" y="61"/>
                        <a:pt x="0" y="61"/>
                      </a:cubicBezTo>
                      <a:cubicBezTo>
                        <a:pt x="60" y="208"/>
                        <a:pt x="60" y="208"/>
                        <a:pt x="60" y="208"/>
                      </a:cubicBezTo>
                      <a:cubicBezTo>
                        <a:pt x="158" y="168"/>
                        <a:pt x="158" y="168"/>
                        <a:pt x="158" y="168"/>
                      </a:cubicBezTo>
                      <a:cubicBezTo>
                        <a:pt x="158" y="168"/>
                        <a:pt x="186" y="103"/>
                        <a:pt x="187" y="9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7" name="Google Shape;847;p24"/>
                <p:cNvSpPr/>
                <p:nvPr/>
              </p:nvSpPr>
              <p:spPr>
                <a:xfrm>
                  <a:off x="5480750" y="3134750"/>
                  <a:ext cx="319088" cy="141288"/>
                </a:xfrm>
                <a:custGeom>
                  <a:rect b="b" l="l" r="r" t="t"/>
                  <a:pathLst>
                    <a:path extrusionOk="0" h="54" w="123">
                      <a:moveTo>
                        <a:pt x="3" y="54"/>
                      </a:moveTo>
                      <a:cubicBezTo>
                        <a:pt x="2" y="54"/>
                        <a:pt x="1" y="53"/>
                        <a:pt x="1" y="52"/>
                      </a:cubicBezTo>
                      <a:cubicBezTo>
                        <a:pt x="0" y="51"/>
                        <a:pt x="1" y="49"/>
                        <a:pt x="2" y="49"/>
                      </a:cubicBezTo>
                      <a:cubicBezTo>
                        <a:pt x="119" y="1"/>
                        <a:pt x="119" y="1"/>
                        <a:pt x="119" y="1"/>
                      </a:cubicBezTo>
                      <a:cubicBezTo>
                        <a:pt x="121" y="0"/>
                        <a:pt x="122" y="1"/>
                        <a:pt x="123" y="3"/>
                      </a:cubicBezTo>
                      <a:cubicBezTo>
                        <a:pt x="123" y="4"/>
                        <a:pt x="123" y="6"/>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8" name="Google Shape;848;p24"/>
                <p:cNvSpPr/>
                <p:nvPr/>
              </p:nvSpPr>
              <p:spPr>
                <a:xfrm>
                  <a:off x="5501388" y="3195075"/>
                  <a:ext cx="322263" cy="139700"/>
                </a:xfrm>
                <a:custGeom>
                  <a:rect b="b" l="l" r="r" t="t"/>
                  <a:pathLst>
                    <a:path extrusionOk="0" h="54" w="124">
                      <a:moveTo>
                        <a:pt x="3" y="54"/>
                      </a:moveTo>
                      <a:cubicBezTo>
                        <a:pt x="2" y="54"/>
                        <a:pt x="1" y="53"/>
                        <a:pt x="1" y="52"/>
                      </a:cubicBezTo>
                      <a:cubicBezTo>
                        <a:pt x="0" y="51"/>
                        <a:pt x="1" y="49"/>
                        <a:pt x="2" y="48"/>
                      </a:cubicBezTo>
                      <a:cubicBezTo>
                        <a:pt x="120" y="1"/>
                        <a:pt x="120" y="1"/>
                        <a:pt x="120" y="1"/>
                      </a:cubicBezTo>
                      <a:cubicBezTo>
                        <a:pt x="121" y="0"/>
                        <a:pt x="123" y="1"/>
                        <a:pt x="123" y="2"/>
                      </a:cubicBezTo>
                      <a:cubicBezTo>
                        <a:pt x="124" y="4"/>
                        <a:pt x="123" y="5"/>
                        <a:pt x="122" y="6"/>
                      </a:cubicBezTo>
                      <a:cubicBezTo>
                        <a:pt x="4" y="53"/>
                        <a:pt x="4" y="53"/>
                        <a:pt x="4" y="53"/>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9" name="Google Shape;849;p24"/>
                <p:cNvSpPr/>
                <p:nvPr/>
              </p:nvSpPr>
              <p:spPr>
                <a:xfrm>
                  <a:off x="5526788" y="3253813"/>
                  <a:ext cx="322263" cy="138113"/>
                </a:xfrm>
                <a:custGeom>
                  <a:rect b="b" l="l" r="r" t="t"/>
                  <a:pathLst>
                    <a:path extrusionOk="0" h="53" w="124">
                      <a:moveTo>
                        <a:pt x="3" y="53"/>
                      </a:moveTo>
                      <a:cubicBezTo>
                        <a:pt x="2" y="53"/>
                        <a:pt x="1" y="53"/>
                        <a:pt x="1" y="52"/>
                      </a:cubicBezTo>
                      <a:cubicBezTo>
                        <a:pt x="0" y="50"/>
                        <a:pt x="1" y="49"/>
                        <a:pt x="2" y="48"/>
                      </a:cubicBezTo>
                      <a:cubicBezTo>
                        <a:pt x="120" y="0"/>
                        <a:pt x="120" y="0"/>
                        <a:pt x="120" y="0"/>
                      </a:cubicBezTo>
                      <a:cubicBezTo>
                        <a:pt x="121" y="0"/>
                        <a:pt x="122" y="0"/>
                        <a:pt x="123" y="2"/>
                      </a:cubicBezTo>
                      <a:cubicBezTo>
                        <a:pt x="124" y="3"/>
                        <a:pt x="123" y="5"/>
                        <a:pt x="122" y="5"/>
                      </a:cubicBezTo>
                      <a:cubicBezTo>
                        <a:pt x="4" y="53"/>
                        <a:pt x="4" y="53"/>
                        <a:pt x="4" y="53"/>
                      </a:cubicBezTo>
                      <a:lnTo>
                        <a:pt x="3" y="53"/>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0" name="Google Shape;850;p24"/>
                <p:cNvSpPr/>
                <p:nvPr/>
              </p:nvSpPr>
              <p:spPr>
                <a:xfrm>
                  <a:off x="5553775" y="3314138"/>
                  <a:ext cx="319088" cy="141288"/>
                </a:xfrm>
                <a:custGeom>
                  <a:rect b="b" l="l" r="r" t="t"/>
                  <a:pathLst>
                    <a:path extrusionOk="0" h="54" w="123">
                      <a:moveTo>
                        <a:pt x="3" y="54"/>
                      </a:moveTo>
                      <a:cubicBezTo>
                        <a:pt x="2" y="54"/>
                        <a:pt x="1" y="53"/>
                        <a:pt x="0" y="52"/>
                      </a:cubicBezTo>
                      <a:cubicBezTo>
                        <a:pt x="0" y="51"/>
                        <a:pt x="0" y="49"/>
                        <a:pt x="2" y="49"/>
                      </a:cubicBezTo>
                      <a:cubicBezTo>
                        <a:pt x="119" y="1"/>
                        <a:pt x="119" y="1"/>
                        <a:pt x="119" y="1"/>
                      </a:cubicBezTo>
                      <a:cubicBezTo>
                        <a:pt x="120" y="0"/>
                        <a:pt x="122" y="1"/>
                        <a:pt x="123" y="2"/>
                      </a:cubicBezTo>
                      <a:cubicBezTo>
                        <a:pt x="123" y="4"/>
                        <a:pt x="122" y="5"/>
                        <a:pt x="121" y="6"/>
                      </a:cubicBezTo>
                      <a:cubicBezTo>
                        <a:pt x="4" y="54"/>
                        <a:pt x="4" y="54"/>
                        <a:pt x="4" y="54"/>
                      </a:cubicBezTo>
                      <a:lnTo>
                        <a:pt x="3" y="54"/>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1" name="Google Shape;851;p24"/>
                <p:cNvSpPr/>
                <p:nvPr/>
              </p:nvSpPr>
              <p:spPr>
                <a:xfrm>
                  <a:off x="5579175" y="3420500"/>
                  <a:ext cx="217488" cy="100013"/>
                </a:xfrm>
                <a:custGeom>
                  <a:rect b="b" l="l" r="r" t="t"/>
                  <a:pathLst>
                    <a:path extrusionOk="0" h="38" w="84">
                      <a:moveTo>
                        <a:pt x="3" y="38"/>
                      </a:moveTo>
                      <a:cubicBezTo>
                        <a:pt x="2" y="38"/>
                        <a:pt x="1" y="37"/>
                        <a:pt x="1" y="36"/>
                      </a:cubicBezTo>
                      <a:cubicBezTo>
                        <a:pt x="0" y="34"/>
                        <a:pt x="1" y="33"/>
                        <a:pt x="2" y="32"/>
                      </a:cubicBezTo>
                      <a:cubicBezTo>
                        <a:pt x="80" y="1"/>
                        <a:pt x="80" y="1"/>
                        <a:pt x="80" y="1"/>
                      </a:cubicBezTo>
                      <a:cubicBezTo>
                        <a:pt x="81" y="0"/>
                        <a:pt x="83" y="1"/>
                        <a:pt x="83" y="2"/>
                      </a:cubicBezTo>
                      <a:cubicBezTo>
                        <a:pt x="84" y="4"/>
                        <a:pt x="83" y="5"/>
                        <a:pt x="82" y="6"/>
                      </a:cubicBezTo>
                      <a:cubicBezTo>
                        <a:pt x="4" y="37"/>
                        <a:pt x="4" y="37"/>
                        <a:pt x="4" y="37"/>
                      </a:cubicBezTo>
                      <a:cubicBezTo>
                        <a:pt x="3" y="38"/>
                        <a:pt x="3" y="38"/>
                        <a:pt x="3" y="38"/>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2" name="Google Shape;852;p24"/>
                <p:cNvSpPr/>
                <p:nvPr/>
              </p:nvSpPr>
              <p:spPr>
                <a:xfrm>
                  <a:off x="5790313" y="3333188"/>
                  <a:ext cx="127000" cy="179388"/>
                </a:xfrm>
                <a:custGeom>
                  <a:rect b="b" l="l" r="r" t="t"/>
                  <a:pathLst>
                    <a:path extrusionOk="0" h="69" w="49">
                      <a:moveTo>
                        <a:pt x="49" y="0"/>
                      </a:moveTo>
                      <a:cubicBezTo>
                        <a:pt x="0" y="20"/>
                        <a:pt x="0" y="20"/>
                        <a:pt x="0" y="20"/>
                      </a:cubicBezTo>
                      <a:cubicBezTo>
                        <a:pt x="20" y="69"/>
                        <a:pt x="20" y="69"/>
                        <a:pt x="20" y="69"/>
                      </a:cubicBezTo>
                      <a:cubicBezTo>
                        <a:pt x="20" y="69"/>
                        <a:pt x="20" y="69"/>
                        <a:pt x="20" y="69"/>
                      </a:cubicBezTo>
                      <a:cubicBezTo>
                        <a:pt x="49" y="0"/>
                        <a:pt x="49" y="0"/>
                        <a:pt x="49"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53" name="Google Shape;853;p24"/>
              <p:cNvSpPr/>
              <p:nvPr/>
            </p:nvSpPr>
            <p:spPr>
              <a:xfrm>
                <a:off x="7652125" y="1211987"/>
                <a:ext cx="715160" cy="718388"/>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rgbClr val="FFCE73">
                  <a:alpha val="5062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4" name="Google Shape;854;p24"/>
              <p:cNvSpPr/>
              <p:nvPr/>
            </p:nvSpPr>
            <p:spPr>
              <a:xfrm>
                <a:off x="5696150" y="2360600"/>
                <a:ext cx="215975" cy="216950"/>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5" name="Google Shape;855;p24"/>
              <p:cNvSpPr/>
              <p:nvPr/>
            </p:nvSpPr>
            <p:spPr>
              <a:xfrm>
                <a:off x="6499475" y="3095755"/>
                <a:ext cx="502800" cy="505075"/>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56" name="Google Shape;856;p24"/>
              <p:cNvGrpSpPr/>
              <p:nvPr/>
            </p:nvGrpSpPr>
            <p:grpSpPr>
              <a:xfrm>
                <a:off x="6120623" y="1600755"/>
                <a:ext cx="1889363" cy="1278941"/>
                <a:chOff x="6120623" y="1600755"/>
                <a:chExt cx="1889363" cy="1278941"/>
              </a:xfrm>
            </p:grpSpPr>
            <p:sp>
              <p:nvSpPr>
                <p:cNvPr id="857" name="Google Shape;857;p24"/>
                <p:cNvSpPr/>
                <p:nvPr/>
              </p:nvSpPr>
              <p:spPr>
                <a:xfrm>
                  <a:off x="6428776" y="2005239"/>
                  <a:ext cx="1022683" cy="647174"/>
                </a:xfrm>
                <a:custGeom>
                  <a:rect b="b" l="l" r="r" t="t"/>
                  <a:pathLst>
                    <a:path extrusionOk="0" h="205" w="324">
                      <a:moveTo>
                        <a:pt x="324" y="121"/>
                      </a:moveTo>
                      <a:cubicBezTo>
                        <a:pt x="263" y="116"/>
                        <a:pt x="202" y="112"/>
                        <a:pt x="140" y="107"/>
                      </a:cubicBezTo>
                      <a:cubicBezTo>
                        <a:pt x="102" y="72"/>
                        <a:pt x="64" y="36"/>
                        <a:pt x="26" y="0"/>
                      </a:cubicBezTo>
                      <a:cubicBezTo>
                        <a:pt x="2" y="61"/>
                        <a:pt x="2" y="61"/>
                        <a:pt x="2" y="61"/>
                      </a:cubicBezTo>
                      <a:cubicBezTo>
                        <a:pt x="2" y="62"/>
                        <a:pt x="1" y="64"/>
                        <a:pt x="1" y="65"/>
                      </a:cubicBezTo>
                      <a:cubicBezTo>
                        <a:pt x="0" y="70"/>
                        <a:pt x="1" y="76"/>
                        <a:pt x="3" y="81"/>
                      </a:cubicBezTo>
                      <a:cubicBezTo>
                        <a:pt x="13" y="105"/>
                        <a:pt x="39" y="124"/>
                        <a:pt x="60" y="138"/>
                      </a:cubicBezTo>
                      <a:cubicBezTo>
                        <a:pt x="104" y="166"/>
                        <a:pt x="154" y="187"/>
                        <a:pt x="205" y="197"/>
                      </a:cubicBezTo>
                      <a:cubicBezTo>
                        <a:pt x="229" y="201"/>
                        <a:pt x="257" y="205"/>
                        <a:pt x="280" y="197"/>
                      </a:cubicBezTo>
                      <a:cubicBezTo>
                        <a:pt x="286" y="195"/>
                        <a:pt x="291" y="192"/>
                        <a:pt x="295" y="188"/>
                      </a:cubicBezTo>
                      <a:cubicBezTo>
                        <a:pt x="295" y="187"/>
                        <a:pt x="297" y="185"/>
                        <a:pt x="297" y="185"/>
                      </a:cubicBezTo>
                      <a:cubicBezTo>
                        <a:pt x="298" y="183"/>
                        <a:pt x="298" y="183"/>
                        <a:pt x="298" y="183"/>
                      </a:cubicBezTo>
                      <a:cubicBezTo>
                        <a:pt x="324" y="121"/>
                        <a:pt x="324" y="121"/>
                        <a:pt x="324" y="12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8" name="Google Shape;858;p24"/>
                <p:cNvSpPr/>
                <p:nvPr/>
              </p:nvSpPr>
              <p:spPr>
                <a:xfrm>
                  <a:off x="6394109" y="2197850"/>
                  <a:ext cx="974533" cy="554721"/>
                </a:xfrm>
                <a:custGeom>
                  <a:rect b="b" l="l" r="r" t="t"/>
                  <a:pathLst>
                    <a:path extrusionOk="0" h="176" w="309">
                      <a:moveTo>
                        <a:pt x="308" y="124"/>
                      </a:moveTo>
                      <a:cubicBezTo>
                        <a:pt x="297" y="141"/>
                        <a:pt x="265" y="141"/>
                        <a:pt x="246" y="140"/>
                      </a:cubicBezTo>
                      <a:cubicBezTo>
                        <a:pt x="195" y="136"/>
                        <a:pt x="146" y="118"/>
                        <a:pt x="101" y="94"/>
                      </a:cubicBezTo>
                      <a:cubicBezTo>
                        <a:pt x="73" y="80"/>
                        <a:pt x="46" y="62"/>
                        <a:pt x="26" y="38"/>
                      </a:cubicBezTo>
                      <a:cubicBezTo>
                        <a:pt x="17" y="28"/>
                        <a:pt x="8" y="14"/>
                        <a:pt x="13" y="0"/>
                      </a:cubicBezTo>
                      <a:cubicBezTo>
                        <a:pt x="12" y="2"/>
                        <a:pt x="1" y="32"/>
                        <a:pt x="1" y="34"/>
                      </a:cubicBezTo>
                      <a:cubicBezTo>
                        <a:pt x="0" y="38"/>
                        <a:pt x="0" y="42"/>
                        <a:pt x="1" y="46"/>
                      </a:cubicBezTo>
                      <a:cubicBezTo>
                        <a:pt x="8" y="71"/>
                        <a:pt x="37" y="94"/>
                        <a:pt x="59" y="108"/>
                      </a:cubicBezTo>
                      <a:cubicBezTo>
                        <a:pt x="100" y="135"/>
                        <a:pt x="146" y="154"/>
                        <a:pt x="194" y="165"/>
                      </a:cubicBezTo>
                      <a:cubicBezTo>
                        <a:pt x="221" y="171"/>
                        <a:pt x="260" y="176"/>
                        <a:pt x="285" y="163"/>
                      </a:cubicBezTo>
                      <a:cubicBezTo>
                        <a:pt x="288" y="161"/>
                        <a:pt x="292" y="158"/>
                        <a:pt x="294" y="155"/>
                      </a:cubicBezTo>
                      <a:cubicBezTo>
                        <a:pt x="296" y="154"/>
                        <a:pt x="307" y="124"/>
                        <a:pt x="309" y="122"/>
                      </a:cubicBezTo>
                      <a:lnTo>
                        <a:pt x="308" y="1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9" name="Google Shape;859;p24"/>
                <p:cNvSpPr/>
                <p:nvPr/>
              </p:nvSpPr>
              <p:spPr>
                <a:xfrm>
                  <a:off x="6871746" y="2298008"/>
                  <a:ext cx="1138240" cy="130976"/>
                </a:xfrm>
                <a:custGeom>
                  <a:rect b="b" l="l" r="r" t="t"/>
                  <a:pathLst>
                    <a:path extrusionOk="0" h="41" w="361">
                      <a:moveTo>
                        <a:pt x="361" y="29"/>
                      </a:moveTo>
                      <a:cubicBezTo>
                        <a:pt x="355" y="41"/>
                        <a:pt x="355" y="41"/>
                        <a:pt x="355" y="41"/>
                      </a:cubicBezTo>
                      <a:cubicBezTo>
                        <a:pt x="249" y="33"/>
                        <a:pt x="105" y="22"/>
                        <a:pt x="0" y="14"/>
                      </a:cubicBezTo>
                      <a:cubicBezTo>
                        <a:pt x="6" y="0"/>
                        <a:pt x="6" y="0"/>
                        <a:pt x="6" y="0"/>
                      </a:cubicBezTo>
                      <a:cubicBezTo>
                        <a:pt x="361" y="29"/>
                        <a:pt x="361" y="29"/>
                        <a:pt x="361" y="29"/>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0" name="Google Shape;860;p24"/>
                <p:cNvSpPr/>
                <p:nvPr/>
              </p:nvSpPr>
              <p:spPr>
                <a:xfrm>
                  <a:off x="6136031" y="1600755"/>
                  <a:ext cx="1873954" cy="789707"/>
                </a:xfrm>
                <a:custGeom>
                  <a:rect b="b" l="l" r="r" t="t"/>
                  <a:pathLst>
                    <a:path extrusionOk="0" h="410" w="973">
                      <a:moveTo>
                        <a:pt x="973" y="410"/>
                      </a:moveTo>
                      <a:lnTo>
                        <a:pt x="391" y="362"/>
                      </a:lnTo>
                      <a:lnTo>
                        <a:pt x="0" y="0"/>
                      </a:lnTo>
                      <a:lnTo>
                        <a:pt x="555" y="72"/>
                      </a:lnTo>
                      <a:lnTo>
                        <a:pt x="973" y="4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1" name="Google Shape;861;p24"/>
                <p:cNvSpPr/>
                <p:nvPr/>
              </p:nvSpPr>
              <p:spPr>
                <a:xfrm>
                  <a:off x="6136031" y="1600755"/>
                  <a:ext cx="1873954" cy="789707"/>
                </a:xfrm>
                <a:custGeom>
                  <a:rect b="b" l="l" r="r" t="t"/>
                  <a:pathLst>
                    <a:path extrusionOk="0" h="410" w="973">
                      <a:moveTo>
                        <a:pt x="973" y="410"/>
                      </a:moveTo>
                      <a:lnTo>
                        <a:pt x="391" y="362"/>
                      </a:lnTo>
                      <a:lnTo>
                        <a:pt x="0" y="0"/>
                      </a:lnTo>
                      <a:lnTo>
                        <a:pt x="555" y="72"/>
                      </a:lnTo>
                      <a:lnTo>
                        <a:pt x="973" y="41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2" name="Google Shape;862;p24"/>
                <p:cNvSpPr/>
                <p:nvPr/>
              </p:nvSpPr>
              <p:spPr>
                <a:xfrm>
                  <a:off x="6120623" y="1600755"/>
                  <a:ext cx="768457" cy="741554"/>
                </a:xfrm>
                <a:custGeom>
                  <a:rect b="b" l="l" r="r" t="t"/>
                  <a:pathLst>
                    <a:path extrusionOk="0" h="235" w="244">
                      <a:moveTo>
                        <a:pt x="244" y="221"/>
                      </a:moveTo>
                      <a:cubicBezTo>
                        <a:pt x="238" y="235"/>
                        <a:pt x="238" y="235"/>
                        <a:pt x="238" y="235"/>
                      </a:cubicBezTo>
                      <a:cubicBezTo>
                        <a:pt x="171" y="172"/>
                        <a:pt x="69" y="77"/>
                        <a:pt x="0" y="13"/>
                      </a:cubicBezTo>
                      <a:cubicBezTo>
                        <a:pt x="5" y="0"/>
                        <a:pt x="5" y="0"/>
                        <a:pt x="5" y="0"/>
                      </a:cubicBezTo>
                      <a:lnTo>
                        <a:pt x="244" y="22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3" name="Google Shape;863;p24"/>
                <p:cNvSpPr/>
                <p:nvPr/>
              </p:nvSpPr>
              <p:spPr>
                <a:xfrm>
                  <a:off x="6492332" y="2005239"/>
                  <a:ext cx="959125" cy="647174"/>
                </a:xfrm>
                <a:custGeom>
                  <a:rect b="b" l="l" r="r" t="t"/>
                  <a:pathLst>
                    <a:path extrusionOk="0" h="205" w="304">
                      <a:moveTo>
                        <a:pt x="175" y="163"/>
                      </a:moveTo>
                      <a:cubicBezTo>
                        <a:pt x="166" y="167"/>
                        <a:pt x="156" y="166"/>
                        <a:pt x="147" y="166"/>
                      </a:cubicBezTo>
                      <a:cubicBezTo>
                        <a:pt x="126" y="165"/>
                        <a:pt x="105" y="164"/>
                        <a:pt x="84" y="163"/>
                      </a:cubicBezTo>
                      <a:cubicBezTo>
                        <a:pt x="116" y="178"/>
                        <a:pt x="150" y="190"/>
                        <a:pt x="185" y="197"/>
                      </a:cubicBezTo>
                      <a:cubicBezTo>
                        <a:pt x="209" y="201"/>
                        <a:pt x="237" y="205"/>
                        <a:pt x="260" y="197"/>
                      </a:cubicBezTo>
                      <a:cubicBezTo>
                        <a:pt x="266" y="195"/>
                        <a:pt x="271" y="192"/>
                        <a:pt x="275" y="188"/>
                      </a:cubicBezTo>
                      <a:cubicBezTo>
                        <a:pt x="275" y="187"/>
                        <a:pt x="277" y="185"/>
                        <a:pt x="277" y="185"/>
                      </a:cubicBezTo>
                      <a:cubicBezTo>
                        <a:pt x="278" y="183"/>
                        <a:pt x="278" y="183"/>
                        <a:pt x="278" y="183"/>
                      </a:cubicBezTo>
                      <a:cubicBezTo>
                        <a:pt x="304" y="121"/>
                        <a:pt x="304" y="121"/>
                        <a:pt x="304" y="121"/>
                      </a:cubicBezTo>
                      <a:cubicBezTo>
                        <a:pt x="304" y="121"/>
                        <a:pt x="304" y="121"/>
                        <a:pt x="304" y="121"/>
                      </a:cubicBezTo>
                      <a:cubicBezTo>
                        <a:pt x="243" y="116"/>
                        <a:pt x="182" y="112"/>
                        <a:pt x="120" y="107"/>
                      </a:cubicBezTo>
                      <a:cubicBezTo>
                        <a:pt x="82" y="72"/>
                        <a:pt x="44" y="36"/>
                        <a:pt x="6" y="0"/>
                      </a:cubicBezTo>
                      <a:cubicBezTo>
                        <a:pt x="0" y="16"/>
                        <a:pt x="0" y="16"/>
                        <a:pt x="0" y="16"/>
                      </a:cubicBezTo>
                      <a:cubicBezTo>
                        <a:pt x="8" y="30"/>
                        <a:pt x="19" y="42"/>
                        <a:pt x="24" y="49"/>
                      </a:cubicBezTo>
                      <a:cubicBezTo>
                        <a:pt x="34" y="62"/>
                        <a:pt x="46" y="74"/>
                        <a:pt x="60" y="84"/>
                      </a:cubicBezTo>
                      <a:cubicBezTo>
                        <a:pt x="86" y="103"/>
                        <a:pt x="118" y="116"/>
                        <a:pt x="151" y="120"/>
                      </a:cubicBezTo>
                      <a:cubicBezTo>
                        <a:pt x="159" y="121"/>
                        <a:pt x="167" y="121"/>
                        <a:pt x="175" y="124"/>
                      </a:cubicBezTo>
                      <a:cubicBezTo>
                        <a:pt x="182" y="127"/>
                        <a:pt x="189" y="133"/>
                        <a:pt x="190" y="141"/>
                      </a:cubicBezTo>
                      <a:cubicBezTo>
                        <a:pt x="191" y="151"/>
                        <a:pt x="184" y="159"/>
                        <a:pt x="175" y="163"/>
                      </a:cubicBezTo>
                      <a:close/>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4" name="Google Shape;864;p24"/>
                <p:cNvSpPr/>
                <p:nvPr/>
              </p:nvSpPr>
              <p:spPr>
                <a:xfrm>
                  <a:off x="6136031" y="1600755"/>
                  <a:ext cx="1873954" cy="789707"/>
                </a:xfrm>
                <a:custGeom>
                  <a:rect b="b" l="l" r="r" t="t"/>
                  <a:pathLst>
                    <a:path extrusionOk="0" h="250" w="594">
                      <a:moveTo>
                        <a:pt x="0" y="0"/>
                      </a:moveTo>
                      <a:cubicBezTo>
                        <a:pt x="239" y="221"/>
                        <a:pt x="239" y="221"/>
                        <a:pt x="239" y="221"/>
                      </a:cubicBezTo>
                      <a:cubicBezTo>
                        <a:pt x="594" y="250"/>
                        <a:pt x="594" y="250"/>
                        <a:pt x="594" y="250"/>
                      </a:cubicBezTo>
                      <a:cubicBezTo>
                        <a:pt x="388" y="83"/>
                        <a:pt x="388" y="83"/>
                        <a:pt x="388" y="83"/>
                      </a:cubicBezTo>
                      <a:cubicBezTo>
                        <a:pt x="391" y="92"/>
                        <a:pt x="395" y="101"/>
                        <a:pt x="395" y="111"/>
                      </a:cubicBezTo>
                      <a:cubicBezTo>
                        <a:pt x="396" y="127"/>
                        <a:pt x="391" y="143"/>
                        <a:pt x="381" y="156"/>
                      </a:cubicBezTo>
                      <a:cubicBezTo>
                        <a:pt x="365" y="176"/>
                        <a:pt x="338" y="186"/>
                        <a:pt x="311" y="186"/>
                      </a:cubicBezTo>
                      <a:cubicBezTo>
                        <a:pt x="304" y="186"/>
                        <a:pt x="297" y="185"/>
                        <a:pt x="290" y="184"/>
                      </a:cubicBezTo>
                      <a:cubicBezTo>
                        <a:pt x="257" y="178"/>
                        <a:pt x="228" y="160"/>
                        <a:pt x="200" y="142"/>
                      </a:cubicBezTo>
                      <a:cubicBezTo>
                        <a:pt x="132" y="98"/>
                        <a:pt x="66" y="51"/>
                        <a:pt x="3" y="0"/>
                      </a:cubicBezTo>
                      <a:cubicBezTo>
                        <a:pt x="0" y="0"/>
                        <a:pt x="0" y="0"/>
                        <a:pt x="0"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5" name="Google Shape;865;p24"/>
                <p:cNvSpPr/>
                <p:nvPr/>
              </p:nvSpPr>
              <p:spPr>
                <a:xfrm>
                  <a:off x="7031599" y="1945530"/>
                  <a:ext cx="533490" cy="934166"/>
                </a:xfrm>
                <a:custGeom>
                  <a:rect b="b" l="l" r="r" t="t"/>
                  <a:pathLst>
                    <a:path extrusionOk="0" h="296" w="169">
                      <a:moveTo>
                        <a:pt x="166" y="271"/>
                      </a:moveTo>
                      <a:cubicBezTo>
                        <a:pt x="167" y="266"/>
                        <a:pt x="166" y="261"/>
                        <a:pt x="164" y="257"/>
                      </a:cubicBezTo>
                      <a:cubicBezTo>
                        <a:pt x="162" y="252"/>
                        <a:pt x="158" y="248"/>
                        <a:pt x="154" y="247"/>
                      </a:cubicBezTo>
                      <a:cubicBezTo>
                        <a:pt x="169" y="130"/>
                        <a:pt x="169" y="130"/>
                        <a:pt x="169" y="130"/>
                      </a:cubicBezTo>
                      <a:cubicBezTo>
                        <a:pt x="169" y="128"/>
                        <a:pt x="169" y="127"/>
                        <a:pt x="167" y="126"/>
                      </a:cubicBezTo>
                      <a:cubicBezTo>
                        <a:pt x="7" y="1"/>
                        <a:pt x="7" y="1"/>
                        <a:pt x="7" y="1"/>
                      </a:cubicBezTo>
                      <a:cubicBezTo>
                        <a:pt x="6" y="0"/>
                        <a:pt x="3" y="0"/>
                        <a:pt x="2" y="2"/>
                      </a:cubicBezTo>
                      <a:cubicBezTo>
                        <a:pt x="0" y="3"/>
                        <a:pt x="1" y="6"/>
                        <a:pt x="2" y="7"/>
                      </a:cubicBezTo>
                      <a:cubicBezTo>
                        <a:pt x="161" y="131"/>
                        <a:pt x="161" y="131"/>
                        <a:pt x="161" y="131"/>
                      </a:cubicBezTo>
                      <a:cubicBezTo>
                        <a:pt x="146" y="247"/>
                        <a:pt x="146" y="247"/>
                        <a:pt x="146" y="247"/>
                      </a:cubicBezTo>
                      <a:cubicBezTo>
                        <a:pt x="137" y="249"/>
                        <a:pt x="128" y="260"/>
                        <a:pt x="128" y="272"/>
                      </a:cubicBezTo>
                      <a:cubicBezTo>
                        <a:pt x="129" y="277"/>
                        <a:pt x="130" y="282"/>
                        <a:pt x="133" y="287"/>
                      </a:cubicBezTo>
                      <a:cubicBezTo>
                        <a:pt x="139" y="295"/>
                        <a:pt x="152" y="296"/>
                        <a:pt x="159" y="288"/>
                      </a:cubicBezTo>
                      <a:cubicBezTo>
                        <a:pt x="163" y="283"/>
                        <a:pt x="166" y="277"/>
                        <a:pt x="166" y="271"/>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66" name="Google Shape;866;p24"/>
              <p:cNvSpPr/>
              <p:nvPr/>
            </p:nvSpPr>
            <p:spPr>
              <a:xfrm>
                <a:off x="8098675" y="2546100"/>
                <a:ext cx="332101" cy="333600"/>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67" name="Google Shape;867;p24"/>
            <p:cNvSpPr/>
            <p:nvPr/>
          </p:nvSpPr>
          <p:spPr>
            <a:xfrm rot="3516300">
              <a:off x="7556499" y="2934238"/>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8" name="Google Shape;868;p24"/>
            <p:cNvSpPr/>
            <p:nvPr/>
          </p:nvSpPr>
          <p:spPr>
            <a:xfrm rot="-2700000">
              <a:off x="6386274" y="4013738"/>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25"/>
          <p:cNvSpPr txBox="1"/>
          <p:nvPr>
            <p:ph idx="1" type="subTitle"/>
          </p:nvPr>
        </p:nvSpPr>
        <p:spPr>
          <a:xfrm>
            <a:off x="880575" y="1875850"/>
            <a:ext cx="3597000" cy="159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project revolves around the environmental and socioeconomic factors affecting test proficiency in neighborhoods around the Charlotte-Mecklenburg county region. </a:t>
            </a:r>
            <a:endParaRPr/>
          </a:p>
        </p:txBody>
      </p:sp>
      <p:sp>
        <p:nvSpPr>
          <p:cNvPr id="874" name="Google Shape;874;p25"/>
          <p:cNvSpPr txBox="1"/>
          <p:nvPr>
            <p:ph type="title"/>
          </p:nvPr>
        </p:nvSpPr>
        <p:spPr>
          <a:xfrm>
            <a:off x="720000" y="597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875" name="Google Shape;875;p25"/>
          <p:cNvSpPr txBox="1"/>
          <p:nvPr>
            <p:ph idx="2" type="subTitle"/>
          </p:nvPr>
        </p:nvSpPr>
        <p:spPr>
          <a:xfrm>
            <a:off x="4666427" y="1875850"/>
            <a:ext cx="3597000" cy="21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Goal: Train two models (classification and regression) on our Charlotte-Mecklenburg dataset to predict the average test proficiency of a neighborhood based on its external factors.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26"/>
          <p:cNvSpPr txBox="1"/>
          <p:nvPr>
            <p:ph idx="1" type="subTitle"/>
          </p:nvPr>
        </p:nvSpPr>
        <p:spPr>
          <a:xfrm>
            <a:off x="880575" y="1875850"/>
            <a:ext cx="3597000" cy="19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Mean test proficiency percentage per neighborhood</a:t>
            </a:r>
            <a:endParaRPr/>
          </a:p>
          <a:p>
            <a:pPr indent="-317500" lvl="0" marL="457200" rtl="0" algn="l">
              <a:spcBef>
                <a:spcPts val="0"/>
              </a:spcBef>
              <a:spcAft>
                <a:spcPts val="0"/>
              </a:spcAft>
              <a:buSzPts val="1400"/>
              <a:buChar char="-"/>
            </a:pPr>
            <a:r>
              <a:rPr lang="en"/>
              <a:t>Train model to accurately predict percentage numbers, and analyze the results to determine impactful predictors</a:t>
            </a:r>
            <a:endParaRPr/>
          </a:p>
        </p:txBody>
      </p:sp>
      <p:sp>
        <p:nvSpPr>
          <p:cNvPr id="881" name="Google Shape;881;p26"/>
          <p:cNvSpPr txBox="1"/>
          <p:nvPr>
            <p:ph type="title"/>
          </p:nvPr>
        </p:nvSpPr>
        <p:spPr>
          <a:xfrm>
            <a:off x="720000" y="597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Two Models</a:t>
            </a:r>
            <a:endParaRPr/>
          </a:p>
        </p:txBody>
      </p:sp>
      <p:sp>
        <p:nvSpPr>
          <p:cNvPr id="882" name="Google Shape;882;p26"/>
          <p:cNvSpPr txBox="1"/>
          <p:nvPr>
            <p:ph idx="2" type="subTitle"/>
          </p:nvPr>
        </p:nvSpPr>
        <p:spPr>
          <a:xfrm>
            <a:off x="4666427" y="1875850"/>
            <a:ext cx="3597000" cy="213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Four categorical buckets: “At Risk”, “Low”, “Moderate”, and “High”</a:t>
            </a:r>
            <a:endParaRPr/>
          </a:p>
          <a:p>
            <a:pPr indent="-317500" lvl="0" marL="457200" rtl="0" algn="l">
              <a:spcBef>
                <a:spcPts val="0"/>
              </a:spcBef>
              <a:spcAft>
                <a:spcPts val="0"/>
              </a:spcAft>
              <a:buSzPts val="1400"/>
              <a:buChar char="-"/>
            </a:pPr>
            <a:r>
              <a:rPr lang="en"/>
              <a:t>Train model to place neighborhoods in each category based on external factors, and compare to actual placements</a:t>
            </a:r>
            <a:endParaRPr/>
          </a:p>
        </p:txBody>
      </p:sp>
      <p:sp>
        <p:nvSpPr>
          <p:cNvPr id="883" name="Google Shape;883;p26"/>
          <p:cNvSpPr txBox="1"/>
          <p:nvPr>
            <p:ph idx="1" type="subTitle"/>
          </p:nvPr>
        </p:nvSpPr>
        <p:spPr>
          <a:xfrm>
            <a:off x="880575" y="1554625"/>
            <a:ext cx="3597000" cy="429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Regression</a:t>
            </a:r>
            <a:endParaRPr b="1"/>
          </a:p>
        </p:txBody>
      </p:sp>
      <p:sp>
        <p:nvSpPr>
          <p:cNvPr id="884" name="Google Shape;884;p26"/>
          <p:cNvSpPr txBox="1"/>
          <p:nvPr>
            <p:ph idx="1" type="subTitle"/>
          </p:nvPr>
        </p:nvSpPr>
        <p:spPr>
          <a:xfrm>
            <a:off x="4666425" y="1554625"/>
            <a:ext cx="3597000" cy="429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Classification</a:t>
            </a:r>
            <a:endParaRPr b="1"/>
          </a:p>
        </p:txBody>
      </p:sp>
      <p:sp>
        <p:nvSpPr>
          <p:cNvPr id="885" name="Google Shape;885;p26"/>
          <p:cNvSpPr txBox="1"/>
          <p:nvPr/>
        </p:nvSpPr>
        <p:spPr>
          <a:xfrm>
            <a:off x="1482200" y="3959950"/>
            <a:ext cx="5873700" cy="5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XGBoost and Random Forest were the best performing models for both </a:t>
            </a:r>
            <a:r>
              <a:rPr lang="en">
                <a:solidFill>
                  <a:schemeClr val="dk1"/>
                </a:solidFill>
                <a:latin typeface="DM Sans"/>
                <a:ea typeface="DM Sans"/>
                <a:cs typeface="DM Sans"/>
                <a:sym typeface="DM Sans"/>
              </a:rPr>
              <a:t>regression</a:t>
            </a:r>
            <a:r>
              <a:rPr lang="en">
                <a:solidFill>
                  <a:schemeClr val="dk1"/>
                </a:solidFill>
                <a:latin typeface="DM Sans"/>
                <a:ea typeface="DM Sans"/>
                <a:cs typeface="DM Sans"/>
                <a:sym typeface="DM Sans"/>
              </a:rPr>
              <a:t> and classification.</a:t>
            </a:r>
            <a:endParaRPr>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27"/>
          <p:cNvSpPr txBox="1"/>
          <p:nvPr>
            <p:ph type="title"/>
          </p:nvPr>
        </p:nvSpPr>
        <p:spPr>
          <a:xfrm>
            <a:off x="720000" y="597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did we find? (Regression)</a:t>
            </a:r>
            <a:endParaRPr/>
          </a:p>
        </p:txBody>
      </p:sp>
      <p:sp>
        <p:nvSpPr>
          <p:cNvPr id="891" name="Google Shape;891;p27"/>
          <p:cNvSpPr txBox="1"/>
          <p:nvPr>
            <p:ph idx="1" type="body"/>
          </p:nvPr>
        </p:nvSpPr>
        <p:spPr>
          <a:xfrm>
            <a:off x="1043750" y="1349075"/>
            <a:ext cx="3568200" cy="2963700"/>
          </a:xfrm>
          <a:prstGeom prst="rect">
            <a:avLst/>
          </a:prstGeom>
        </p:spPr>
        <p:txBody>
          <a:bodyPr anchorCtr="0" anchor="t" bIns="91425" lIns="91425" spcFirstLastPara="1" rIns="91425" wrap="square" tIns="91425">
            <a:noAutofit/>
          </a:bodyPr>
          <a:lstStyle/>
          <a:p>
            <a:pPr indent="-311150" lvl="0" marL="457200" rtl="0" algn="l">
              <a:spcBef>
                <a:spcPts val="1000"/>
              </a:spcBef>
              <a:spcAft>
                <a:spcPts val="0"/>
              </a:spcAft>
              <a:buSzPts val="1300"/>
              <a:buChar char="-"/>
            </a:pPr>
            <a:r>
              <a:rPr lang="en" sz="1300"/>
              <a:t>Best performing model: Random Forest</a:t>
            </a:r>
            <a:endParaRPr sz="1300"/>
          </a:p>
          <a:p>
            <a:pPr indent="-311150" lvl="0" marL="457200" rtl="0" algn="l">
              <a:spcBef>
                <a:spcPts val="0"/>
              </a:spcBef>
              <a:spcAft>
                <a:spcPts val="0"/>
              </a:spcAft>
              <a:buSzPts val="1300"/>
              <a:buChar char="-"/>
            </a:pPr>
            <a:r>
              <a:rPr lang="en" sz="1300"/>
              <a:t>Random Forest R-Squared: 0.85</a:t>
            </a:r>
            <a:endParaRPr sz="1300"/>
          </a:p>
          <a:p>
            <a:pPr indent="-311150" lvl="0" marL="457200" rtl="0" algn="l">
              <a:spcBef>
                <a:spcPts val="0"/>
              </a:spcBef>
              <a:spcAft>
                <a:spcPts val="0"/>
              </a:spcAft>
              <a:buSzPts val="1300"/>
              <a:buChar char="-"/>
            </a:pPr>
            <a:r>
              <a:rPr lang="en" sz="1300"/>
              <a:t>Feature Importance</a:t>
            </a:r>
            <a:r>
              <a:rPr lang="en" sz="1300"/>
              <a:t>: Food and Nutrition Services &amp; Home Ownership</a:t>
            </a:r>
            <a:endParaRPr sz="1300"/>
          </a:p>
          <a:p>
            <a:pPr indent="-311150" lvl="0" marL="457200" rtl="0" algn="l">
              <a:spcBef>
                <a:spcPts val="0"/>
              </a:spcBef>
              <a:spcAft>
                <a:spcPts val="0"/>
              </a:spcAft>
              <a:buSzPts val="1300"/>
              <a:buChar char="-"/>
            </a:pPr>
            <a:r>
              <a:rPr lang="en" sz="1300"/>
              <a:t>Food &amp; Nutrition services feature importance of 86% in Random Forest – next closest feature was 2%</a:t>
            </a:r>
            <a:endParaRPr sz="1300"/>
          </a:p>
        </p:txBody>
      </p:sp>
      <p:pic>
        <p:nvPicPr>
          <p:cNvPr id="892" name="Google Shape;892;p27"/>
          <p:cNvPicPr preferRelativeResize="0"/>
          <p:nvPr/>
        </p:nvPicPr>
        <p:blipFill rotWithShape="1">
          <a:blip r:embed="rId3">
            <a:alphaModFix/>
          </a:blip>
          <a:srcRect b="0" l="0" r="50551" t="0"/>
          <a:stretch/>
        </p:blipFill>
        <p:spPr>
          <a:xfrm>
            <a:off x="4659625" y="1492100"/>
            <a:ext cx="3568199" cy="267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6" name="Shape 896"/>
        <p:cNvGrpSpPr/>
        <p:nvPr/>
      </p:nvGrpSpPr>
      <p:grpSpPr>
        <a:xfrm>
          <a:off x="0" y="0"/>
          <a:ext cx="0" cy="0"/>
          <a:chOff x="0" y="0"/>
          <a:chExt cx="0" cy="0"/>
        </a:xfrm>
      </p:grpSpPr>
      <p:sp>
        <p:nvSpPr>
          <p:cNvPr id="897" name="Google Shape;897;p28"/>
          <p:cNvSpPr txBox="1"/>
          <p:nvPr>
            <p:ph type="title"/>
          </p:nvPr>
        </p:nvSpPr>
        <p:spPr>
          <a:xfrm>
            <a:off x="720000" y="597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Process (Regression)</a:t>
            </a:r>
            <a:endParaRPr/>
          </a:p>
        </p:txBody>
      </p:sp>
      <p:sp>
        <p:nvSpPr>
          <p:cNvPr id="898" name="Google Shape;898;p28"/>
          <p:cNvSpPr txBox="1"/>
          <p:nvPr>
            <p:ph idx="1" type="body"/>
          </p:nvPr>
        </p:nvSpPr>
        <p:spPr>
          <a:xfrm>
            <a:off x="1043750" y="1349075"/>
            <a:ext cx="3568200" cy="2963700"/>
          </a:xfrm>
          <a:prstGeom prst="rect">
            <a:avLst/>
          </a:prstGeom>
        </p:spPr>
        <p:txBody>
          <a:bodyPr anchorCtr="0" anchor="t" bIns="91425" lIns="91425" spcFirstLastPara="1" rIns="91425" wrap="square" tIns="91425">
            <a:noAutofit/>
          </a:bodyPr>
          <a:lstStyle/>
          <a:p>
            <a:pPr indent="-311150" lvl="0" marL="457200" rtl="0" algn="ctr">
              <a:spcBef>
                <a:spcPts val="1000"/>
              </a:spcBef>
              <a:spcAft>
                <a:spcPts val="0"/>
              </a:spcAft>
              <a:buSzPts val="1300"/>
              <a:buChar char="-"/>
            </a:pPr>
            <a:r>
              <a:rPr lang="en" sz="1300"/>
              <a:t>5-Fold Cross Validation between Random Forest, XGBoost, SVR, and Linear Regression models</a:t>
            </a:r>
            <a:endParaRPr sz="1300"/>
          </a:p>
          <a:p>
            <a:pPr indent="-311150" lvl="0" marL="457200" rtl="0" algn="ctr">
              <a:spcBef>
                <a:spcPts val="0"/>
              </a:spcBef>
              <a:spcAft>
                <a:spcPts val="0"/>
              </a:spcAft>
              <a:buSzPts val="1300"/>
              <a:buChar char="-"/>
            </a:pPr>
            <a:r>
              <a:rPr lang="en" sz="1300"/>
              <a:t>Unbalanced feature importance is not bad if the model accuracy is high, but leaves little interpretation for other predictors</a:t>
            </a:r>
            <a:endParaRPr sz="1300"/>
          </a:p>
          <a:p>
            <a:pPr indent="-311150" lvl="0" marL="457200" rtl="0" algn="ctr">
              <a:spcBef>
                <a:spcPts val="0"/>
              </a:spcBef>
              <a:spcAft>
                <a:spcPts val="0"/>
              </a:spcAft>
              <a:buSzPts val="1300"/>
              <a:buChar char="-"/>
            </a:pPr>
            <a:r>
              <a:rPr lang="en" sz="1300"/>
              <a:t>Removing the highest predictors allows us to better see which variables influence the output without an overpowering predictor</a:t>
            </a:r>
            <a:endParaRPr sz="1300"/>
          </a:p>
        </p:txBody>
      </p:sp>
      <p:pic>
        <p:nvPicPr>
          <p:cNvPr id="899" name="Google Shape;899;p28"/>
          <p:cNvPicPr preferRelativeResize="0"/>
          <p:nvPr/>
        </p:nvPicPr>
        <p:blipFill rotWithShape="1">
          <a:blip r:embed="rId3">
            <a:alphaModFix/>
          </a:blip>
          <a:srcRect b="0" l="0" r="49352" t="0"/>
          <a:stretch/>
        </p:blipFill>
        <p:spPr>
          <a:xfrm>
            <a:off x="4774825" y="1411600"/>
            <a:ext cx="3872151" cy="28386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29"/>
          <p:cNvSpPr txBox="1"/>
          <p:nvPr>
            <p:ph type="title"/>
          </p:nvPr>
        </p:nvSpPr>
        <p:spPr>
          <a:xfrm>
            <a:off x="720000" y="597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did we find? (Classification)</a:t>
            </a:r>
            <a:endParaRPr/>
          </a:p>
        </p:txBody>
      </p:sp>
      <p:sp>
        <p:nvSpPr>
          <p:cNvPr id="905" name="Google Shape;905;p29"/>
          <p:cNvSpPr txBox="1"/>
          <p:nvPr>
            <p:ph idx="1" type="body"/>
          </p:nvPr>
        </p:nvSpPr>
        <p:spPr>
          <a:xfrm>
            <a:off x="1043750" y="1349075"/>
            <a:ext cx="3568200" cy="2963700"/>
          </a:xfrm>
          <a:prstGeom prst="rect">
            <a:avLst/>
          </a:prstGeom>
        </p:spPr>
        <p:txBody>
          <a:bodyPr anchorCtr="0" anchor="t" bIns="91425" lIns="91425" spcFirstLastPara="1" rIns="91425" wrap="square" tIns="91425">
            <a:noAutofit/>
          </a:bodyPr>
          <a:lstStyle/>
          <a:p>
            <a:pPr indent="-311150" lvl="0" marL="457200" rtl="0" algn="l">
              <a:spcBef>
                <a:spcPts val="1000"/>
              </a:spcBef>
              <a:spcAft>
                <a:spcPts val="0"/>
              </a:spcAft>
              <a:buSzPts val="1300"/>
              <a:buChar char="-"/>
            </a:pPr>
            <a:r>
              <a:rPr lang="en" sz="1300"/>
              <a:t>Best performing model: XGBoost</a:t>
            </a:r>
            <a:endParaRPr sz="1300"/>
          </a:p>
          <a:p>
            <a:pPr indent="-311150" lvl="0" marL="457200" rtl="0" algn="l">
              <a:spcBef>
                <a:spcPts val="0"/>
              </a:spcBef>
              <a:spcAft>
                <a:spcPts val="0"/>
              </a:spcAft>
              <a:buSzPts val="1300"/>
              <a:buChar char="-"/>
            </a:pPr>
            <a:r>
              <a:rPr lang="en" sz="1300"/>
              <a:t>XGBoost Macro Precision: 0.762</a:t>
            </a:r>
            <a:endParaRPr sz="1300"/>
          </a:p>
          <a:p>
            <a:pPr indent="-311150" lvl="0" marL="457200" rtl="0" algn="l">
              <a:spcBef>
                <a:spcPts val="0"/>
              </a:spcBef>
              <a:spcAft>
                <a:spcPts val="0"/>
              </a:spcAft>
              <a:buSzPts val="1300"/>
              <a:buChar char="-"/>
            </a:pPr>
            <a:r>
              <a:rPr lang="en" sz="1300"/>
              <a:t>Feature Importance: Food and Nutrition Services &amp; Household Income (again)</a:t>
            </a:r>
            <a:endParaRPr sz="1300"/>
          </a:p>
          <a:p>
            <a:pPr indent="-311150" lvl="0" marL="457200" rtl="0" algn="l">
              <a:spcBef>
                <a:spcPts val="0"/>
              </a:spcBef>
              <a:spcAft>
                <a:spcPts val="0"/>
              </a:spcAft>
              <a:buSzPts val="1300"/>
              <a:buChar char="-"/>
            </a:pPr>
            <a:r>
              <a:rPr lang="en" sz="1300"/>
              <a:t>“At Risk” and “Low” neighborhoods often mixed together in models</a:t>
            </a:r>
            <a:endParaRPr sz="1300"/>
          </a:p>
          <a:p>
            <a:pPr indent="-311150" lvl="0" marL="457200" rtl="0" algn="l">
              <a:spcBef>
                <a:spcPts val="0"/>
              </a:spcBef>
              <a:spcAft>
                <a:spcPts val="0"/>
              </a:spcAft>
              <a:buSzPts val="1300"/>
              <a:buChar char="-"/>
            </a:pPr>
            <a:r>
              <a:rPr lang="en" sz="1300"/>
              <a:t>Partial Dependence: Random Forest (bottom) has more distinct relationships while XGBoost (top) lacks them</a:t>
            </a:r>
            <a:endParaRPr sz="1300"/>
          </a:p>
          <a:p>
            <a:pPr indent="-311150" lvl="0" marL="457200" rtl="0" algn="l">
              <a:spcBef>
                <a:spcPts val="0"/>
              </a:spcBef>
              <a:spcAft>
                <a:spcPts val="0"/>
              </a:spcAft>
              <a:buSzPts val="1300"/>
              <a:buChar char="-"/>
            </a:pPr>
            <a:r>
              <a:rPr lang="en" sz="1300"/>
              <a:t>Random Forest: Better explainability XGBoost: More precise</a:t>
            </a:r>
            <a:endParaRPr sz="1300"/>
          </a:p>
        </p:txBody>
      </p:sp>
      <p:pic>
        <p:nvPicPr>
          <p:cNvPr id="906" name="Google Shape;906;p29"/>
          <p:cNvPicPr preferRelativeResize="0"/>
          <p:nvPr/>
        </p:nvPicPr>
        <p:blipFill>
          <a:blip r:embed="rId3">
            <a:alphaModFix/>
          </a:blip>
          <a:stretch>
            <a:fillRect/>
          </a:stretch>
        </p:blipFill>
        <p:spPr>
          <a:xfrm>
            <a:off x="4804225" y="1559313"/>
            <a:ext cx="3423600" cy="24401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30"/>
          <p:cNvSpPr txBox="1"/>
          <p:nvPr>
            <p:ph type="title"/>
          </p:nvPr>
        </p:nvSpPr>
        <p:spPr>
          <a:xfrm>
            <a:off x="720000" y="597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Process (Classification)</a:t>
            </a:r>
            <a:endParaRPr/>
          </a:p>
        </p:txBody>
      </p:sp>
      <p:sp>
        <p:nvSpPr>
          <p:cNvPr id="912" name="Google Shape;912;p30"/>
          <p:cNvSpPr txBox="1"/>
          <p:nvPr>
            <p:ph idx="1" type="body"/>
          </p:nvPr>
        </p:nvSpPr>
        <p:spPr>
          <a:xfrm>
            <a:off x="1043750" y="1349075"/>
            <a:ext cx="3568200" cy="2963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High (75-100), Moderate (50-75), Low (25-50), At Risk (25 or lower)</a:t>
            </a:r>
            <a:endParaRPr/>
          </a:p>
          <a:p>
            <a:pPr indent="-317500" lvl="0" marL="457200" rtl="0" algn="l">
              <a:spcBef>
                <a:spcPts val="0"/>
              </a:spcBef>
              <a:spcAft>
                <a:spcPts val="0"/>
              </a:spcAft>
              <a:buSzPts val="1400"/>
              <a:buChar char="-"/>
            </a:pPr>
            <a:r>
              <a:rPr lang="en"/>
              <a:t>5-Fold Cross Validation between LDA, QDA, SVM, Random Forest, and XGBoost models</a:t>
            </a:r>
            <a:endParaRPr/>
          </a:p>
          <a:p>
            <a:pPr indent="-317500" lvl="0" marL="457200" rtl="0" algn="l">
              <a:spcBef>
                <a:spcPts val="0"/>
              </a:spcBef>
              <a:spcAft>
                <a:spcPts val="0"/>
              </a:spcAft>
              <a:buSzPts val="1400"/>
              <a:buChar char="-"/>
            </a:pPr>
            <a:r>
              <a:rPr lang="en"/>
              <a:t>Confusion Matrix: assessing predicted values vs actual values</a:t>
            </a:r>
            <a:endParaRPr/>
          </a:p>
        </p:txBody>
      </p:sp>
      <p:pic>
        <p:nvPicPr>
          <p:cNvPr id="913" name="Google Shape;913;p30" title="image_2026-05-02_163358066.png"/>
          <p:cNvPicPr preferRelativeResize="0"/>
          <p:nvPr>
            <p:ph idx="2" type="pic"/>
          </p:nvPr>
        </p:nvPicPr>
        <p:blipFill rotWithShape="1">
          <a:blip r:embed="rId3">
            <a:alphaModFix/>
          </a:blip>
          <a:srcRect b="855" l="-5903" r="-5903" t="855"/>
          <a:stretch/>
        </p:blipFill>
        <p:spPr>
          <a:xfrm>
            <a:off x="4827325" y="1374425"/>
            <a:ext cx="3232800" cy="2913000"/>
          </a:xfrm>
          <a:prstGeom prst="roundRect">
            <a:avLst>
              <a:gd fmla="val 16667" name="adj"/>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31"/>
          <p:cNvSpPr txBox="1"/>
          <p:nvPr>
            <p:ph type="title"/>
          </p:nvPr>
        </p:nvSpPr>
        <p:spPr>
          <a:xfrm>
            <a:off x="720000" y="597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919" name="Google Shape;919;p31"/>
          <p:cNvSpPr txBox="1"/>
          <p:nvPr>
            <p:ph idx="1" type="body"/>
          </p:nvPr>
        </p:nvSpPr>
        <p:spPr>
          <a:xfrm>
            <a:off x="1070875" y="1532825"/>
            <a:ext cx="7147800" cy="2963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More usage of food and nutrition services</a:t>
            </a:r>
            <a:endParaRPr/>
          </a:p>
          <a:p>
            <a:pPr indent="-317500" lvl="0" marL="457200" rtl="0" algn="l">
              <a:spcBef>
                <a:spcPts val="0"/>
              </a:spcBef>
              <a:spcAft>
                <a:spcPts val="0"/>
              </a:spcAft>
              <a:buSzPts val="1400"/>
              <a:buChar char="-"/>
            </a:pPr>
            <a:r>
              <a:rPr lang="en"/>
              <a:t>Lower average household income</a:t>
            </a:r>
            <a:endParaRPr/>
          </a:p>
          <a:p>
            <a:pPr indent="-317500" lvl="0" marL="457200" rtl="0" algn="l">
              <a:spcBef>
                <a:spcPts val="0"/>
              </a:spcBef>
              <a:spcAft>
                <a:spcPts val="0"/>
              </a:spcAft>
              <a:buSzPts val="1400"/>
              <a:buChar char="-"/>
            </a:pPr>
            <a:r>
              <a:rPr lang="en"/>
              <a:t>Lack of access to the internet</a:t>
            </a:r>
            <a:endParaRPr/>
          </a:p>
          <a:p>
            <a:pPr indent="-317500" lvl="0" marL="457200" rtl="0" algn="l">
              <a:spcBef>
                <a:spcPts val="0"/>
              </a:spcBef>
              <a:spcAft>
                <a:spcPts val="0"/>
              </a:spcAft>
              <a:buSzPts val="1400"/>
              <a:buChar char="-"/>
            </a:pPr>
            <a:r>
              <a:rPr lang="en"/>
              <a:t>Lower house prices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ctr">
              <a:spcBef>
                <a:spcPts val="0"/>
              </a:spcBef>
              <a:spcAft>
                <a:spcPts val="0"/>
              </a:spcAft>
              <a:buNone/>
            </a:pPr>
            <a:r>
              <a:rPr lang="en"/>
              <a:t>The more the neighborhood is in poverty, the lower the proficiency will be.</a:t>
            </a:r>
            <a:endParaRPr/>
          </a:p>
          <a:p>
            <a:pPr indent="0" lvl="0" marL="0" rtl="0" algn="ctr">
              <a:spcBef>
                <a:spcPts val="0"/>
              </a:spcBef>
              <a:spcAft>
                <a:spcPts val="0"/>
              </a:spcAft>
              <a:buNone/>
            </a:pPr>
            <a:r>
              <a:rPr lang="en"/>
              <a:t>Economic investment in lower-income neighborhoods could improve test proficiency.</a:t>
            </a:r>
            <a:endParaRPr/>
          </a:p>
          <a:p>
            <a:pPr indent="0" lvl="0" marL="0" rtl="0" algn="ctr">
              <a:spcBef>
                <a:spcPts val="0"/>
              </a:spcBef>
              <a:spcAft>
                <a:spcPts val="0"/>
              </a:spcAft>
              <a:buNone/>
            </a:pPr>
            <a:r>
              <a:t/>
            </a:r>
            <a:endParaRPr/>
          </a:p>
        </p:txBody>
      </p:sp>
      <p:sp>
        <p:nvSpPr>
          <p:cNvPr id="920" name="Google Shape;920;p31"/>
          <p:cNvSpPr txBox="1"/>
          <p:nvPr>
            <p:ph idx="1" type="body"/>
          </p:nvPr>
        </p:nvSpPr>
        <p:spPr>
          <a:xfrm>
            <a:off x="720000" y="1170113"/>
            <a:ext cx="7704000" cy="36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dictates lower test proficiency in neighborhoods?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32"/>
          <p:cNvSpPr txBox="1"/>
          <p:nvPr>
            <p:ph type="title"/>
          </p:nvPr>
        </p:nvSpPr>
        <p:spPr>
          <a:xfrm>
            <a:off x="848826" y="1090950"/>
            <a:ext cx="4459200" cy="96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grpSp>
        <p:nvGrpSpPr>
          <p:cNvPr id="926" name="Google Shape;926;p32"/>
          <p:cNvGrpSpPr/>
          <p:nvPr/>
        </p:nvGrpSpPr>
        <p:grpSpPr>
          <a:xfrm>
            <a:off x="5464522" y="681855"/>
            <a:ext cx="3332111" cy="4640399"/>
            <a:chOff x="5464522" y="681855"/>
            <a:chExt cx="3332111" cy="4640399"/>
          </a:xfrm>
        </p:grpSpPr>
        <p:sp>
          <p:nvSpPr>
            <p:cNvPr id="927" name="Google Shape;927;p32"/>
            <p:cNvSpPr/>
            <p:nvPr/>
          </p:nvSpPr>
          <p:spPr>
            <a:xfrm>
              <a:off x="5521950" y="2408387"/>
              <a:ext cx="715160" cy="718388"/>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rgbClr val="FFCE73">
                <a:alpha val="5062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8" name="Google Shape;928;p32"/>
            <p:cNvSpPr/>
            <p:nvPr/>
          </p:nvSpPr>
          <p:spPr>
            <a:xfrm>
              <a:off x="6656100" y="1068975"/>
              <a:ext cx="215975" cy="216950"/>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9" name="Google Shape;929;p32"/>
            <p:cNvSpPr/>
            <p:nvPr/>
          </p:nvSpPr>
          <p:spPr>
            <a:xfrm>
              <a:off x="7757225" y="681855"/>
              <a:ext cx="502800" cy="505075"/>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32"/>
            <p:cNvSpPr/>
            <p:nvPr/>
          </p:nvSpPr>
          <p:spPr>
            <a:xfrm>
              <a:off x="8219750" y="2278812"/>
              <a:ext cx="332101" cy="333600"/>
            </a:xfrm>
            <a:custGeom>
              <a:rect b="b" l="l" r="r" t="t"/>
              <a:pathLst>
                <a:path extrusionOk="0" h="135" w="134">
                  <a:moveTo>
                    <a:pt x="70" y="3"/>
                  </a:moveTo>
                  <a:cubicBezTo>
                    <a:pt x="77" y="33"/>
                    <a:pt x="101" y="57"/>
                    <a:pt x="132" y="65"/>
                  </a:cubicBezTo>
                  <a:cubicBezTo>
                    <a:pt x="134" y="66"/>
                    <a:pt x="134" y="69"/>
                    <a:pt x="132" y="70"/>
                  </a:cubicBezTo>
                  <a:cubicBezTo>
                    <a:pt x="101" y="77"/>
                    <a:pt x="77" y="101"/>
                    <a:pt x="70" y="132"/>
                  </a:cubicBezTo>
                  <a:cubicBezTo>
                    <a:pt x="69" y="135"/>
                    <a:pt x="65" y="135"/>
                    <a:pt x="65" y="132"/>
                  </a:cubicBezTo>
                  <a:cubicBezTo>
                    <a:pt x="57" y="101"/>
                    <a:pt x="33" y="77"/>
                    <a:pt x="3" y="70"/>
                  </a:cubicBezTo>
                  <a:cubicBezTo>
                    <a:pt x="0" y="69"/>
                    <a:pt x="0" y="66"/>
                    <a:pt x="3" y="65"/>
                  </a:cubicBezTo>
                  <a:cubicBezTo>
                    <a:pt x="33" y="57"/>
                    <a:pt x="57" y="33"/>
                    <a:pt x="65" y="3"/>
                  </a:cubicBezTo>
                  <a:cubicBezTo>
                    <a:pt x="65" y="0"/>
                    <a:pt x="69" y="0"/>
                    <a:pt x="70" y="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31" name="Google Shape;931;p32"/>
            <p:cNvGrpSpPr/>
            <p:nvPr/>
          </p:nvGrpSpPr>
          <p:grpSpPr>
            <a:xfrm>
              <a:off x="6364099" y="3704298"/>
              <a:ext cx="2093943" cy="1617956"/>
              <a:chOff x="7537043" y="4025261"/>
              <a:chExt cx="1170193" cy="904189"/>
            </a:xfrm>
          </p:grpSpPr>
          <p:sp>
            <p:nvSpPr>
              <p:cNvPr id="932" name="Google Shape;932;p32"/>
              <p:cNvSpPr/>
              <p:nvPr/>
            </p:nvSpPr>
            <p:spPr>
              <a:xfrm rot="-766792">
                <a:off x="8605876" y="4227120"/>
                <a:ext cx="1588" cy="1588"/>
              </a:xfrm>
              <a:custGeom>
                <a:rect b="b" l="l" r="r" t="t"/>
                <a:pathLst>
                  <a:path extrusionOk="0" h="1" w="1">
                    <a:moveTo>
                      <a:pt x="0" y="0"/>
                    </a:moveTo>
                    <a:lnTo>
                      <a:pt x="1" y="0"/>
                    </a:lnTo>
                    <a:lnTo>
                      <a:pt x="0" y="1"/>
                    </a:lnTo>
                    <a:lnTo>
                      <a:pt x="0" y="0"/>
                    </a:lnTo>
                    <a:close/>
                  </a:path>
                </a:pathLst>
              </a:custGeom>
              <a:solidFill>
                <a:srgbClr val="FF598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3" name="Google Shape;933;p32"/>
              <p:cNvSpPr/>
              <p:nvPr/>
            </p:nvSpPr>
            <p:spPr>
              <a:xfrm rot="-766792">
                <a:off x="8605876" y="4227120"/>
                <a:ext cx="1588" cy="1588"/>
              </a:xfrm>
              <a:custGeom>
                <a:rect b="b" l="l" r="r" t="t"/>
                <a:pathLst>
                  <a:path extrusionOk="0" h="1" w="1">
                    <a:moveTo>
                      <a:pt x="0" y="0"/>
                    </a:moveTo>
                    <a:lnTo>
                      <a:pt x="1" y="0"/>
                    </a:lnTo>
                    <a:lnTo>
                      <a:pt x="0" y="1"/>
                    </a:lnTo>
                    <a:lnTo>
                      <a:pt x="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4" name="Google Shape;934;p32"/>
              <p:cNvSpPr/>
              <p:nvPr/>
            </p:nvSpPr>
            <p:spPr>
              <a:xfrm rot="-766792">
                <a:off x="7611148" y="4360031"/>
                <a:ext cx="865164" cy="412739"/>
              </a:xfrm>
              <a:custGeom>
                <a:rect b="b" l="l" r="r" t="t"/>
                <a:pathLst>
                  <a:path extrusionOk="0" h="159" w="333">
                    <a:moveTo>
                      <a:pt x="25" y="133"/>
                    </a:moveTo>
                    <a:cubicBezTo>
                      <a:pt x="30" y="139"/>
                      <a:pt x="35" y="145"/>
                      <a:pt x="42" y="150"/>
                    </a:cubicBezTo>
                    <a:cubicBezTo>
                      <a:pt x="324" y="107"/>
                      <a:pt x="324" y="107"/>
                      <a:pt x="324" y="107"/>
                    </a:cubicBezTo>
                    <a:cubicBezTo>
                      <a:pt x="329" y="106"/>
                      <a:pt x="329" y="106"/>
                      <a:pt x="329" y="106"/>
                    </a:cubicBezTo>
                    <a:cubicBezTo>
                      <a:pt x="333" y="117"/>
                      <a:pt x="333" y="117"/>
                      <a:pt x="333" y="117"/>
                    </a:cubicBezTo>
                    <a:cubicBezTo>
                      <a:pt x="42" y="159"/>
                      <a:pt x="42" y="159"/>
                      <a:pt x="42" y="159"/>
                    </a:cubicBezTo>
                    <a:cubicBezTo>
                      <a:pt x="24" y="146"/>
                      <a:pt x="10" y="127"/>
                      <a:pt x="4" y="105"/>
                    </a:cubicBezTo>
                    <a:cubicBezTo>
                      <a:pt x="1" y="93"/>
                      <a:pt x="0" y="80"/>
                      <a:pt x="4" y="68"/>
                    </a:cubicBezTo>
                    <a:cubicBezTo>
                      <a:pt x="290" y="0"/>
                      <a:pt x="290" y="0"/>
                      <a:pt x="290" y="0"/>
                    </a:cubicBezTo>
                    <a:cubicBezTo>
                      <a:pt x="295" y="12"/>
                      <a:pt x="295" y="12"/>
                      <a:pt x="295" y="12"/>
                    </a:cubicBezTo>
                    <a:cubicBezTo>
                      <a:pt x="292" y="12"/>
                      <a:pt x="16" y="75"/>
                      <a:pt x="14" y="76"/>
                    </a:cubicBezTo>
                    <a:cubicBezTo>
                      <a:pt x="13" y="76"/>
                      <a:pt x="11" y="76"/>
                      <a:pt x="11" y="76"/>
                    </a:cubicBezTo>
                    <a:cubicBezTo>
                      <a:pt x="6" y="96"/>
                      <a:pt x="14" y="117"/>
                      <a:pt x="25" y="133"/>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5" name="Google Shape;935;p32"/>
              <p:cNvSpPr/>
              <p:nvPr/>
            </p:nvSpPr>
            <p:spPr>
              <a:xfrm rot="-766793">
                <a:off x="7568551" y="4131154"/>
                <a:ext cx="985810" cy="395277"/>
              </a:xfrm>
              <a:custGeom>
                <a:rect b="b" l="l" r="r" t="t"/>
                <a:pathLst>
                  <a:path extrusionOk="0" h="249" w="621">
                    <a:moveTo>
                      <a:pt x="215" y="115"/>
                    </a:moveTo>
                    <a:lnTo>
                      <a:pt x="621" y="0"/>
                    </a:lnTo>
                    <a:lnTo>
                      <a:pt x="469" y="138"/>
                    </a:lnTo>
                    <a:lnTo>
                      <a:pt x="0" y="249"/>
                    </a:lnTo>
                    <a:lnTo>
                      <a:pt x="215" y="115"/>
                    </a:lnTo>
                    <a:close/>
                  </a:path>
                </a:pathLst>
              </a:custGeom>
              <a:solidFill>
                <a:srgbClr val="7A8C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6" name="Google Shape;936;p32"/>
              <p:cNvSpPr/>
              <p:nvPr/>
            </p:nvSpPr>
            <p:spPr>
              <a:xfrm rot="-766793">
                <a:off x="7568551" y="4131154"/>
                <a:ext cx="985810" cy="395277"/>
              </a:xfrm>
              <a:custGeom>
                <a:rect b="b" l="l" r="r" t="t"/>
                <a:pathLst>
                  <a:path extrusionOk="0" h="249" w="621">
                    <a:moveTo>
                      <a:pt x="215" y="115"/>
                    </a:moveTo>
                    <a:lnTo>
                      <a:pt x="621" y="0"/>
                    </a:lnTo>
                    <a:lnTo>
                      <a:pt x="469" y="138"/>
                    </a:lnTo>
                    <a:lnTo>
                      <a:pt x="0" y="249"/>
                    </a:lnTo>
                    <a:lnTo>
                      <a:pt x="215" y="115"/>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7" name="Google Shape;937;p32"/>
              <p:cNvSpPr/>
              <p:nvPr/>
            </p:nvSpPr>
            <p:spPr>
              <a:xfrm rot="-766793">
                <a:off x="7568551" y="4131154"/>
                <a:ext cx="985810" cy="395277"/>
              </a:xfrm>
              <a:custGeom>
                <a:rect b="b" l="l" r="r" t="t"/>
                <a:pathLst>
                  <a:path extrusionOk="0" h="249" w="621">
                    <a:moveTo>
                      <a:pt x="621" y="0"/>
                    </a:moveTo>
                    <a:lnTo>
                      <a:pt x="215" y="115"/>
                    </a:lnTo>
                    <a:lnTo>
                      <a:pt x="0" y="249"/>
                    </a:lnTo>
                    <a:lnTo>
                      <a:pt x="469" y="138"/>
                    </a:lnTo>
                    <a:lnTo>
                      <a:pt x="621"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8" name="Google Shape;938;p32"/>
              <p:cNvSpPr/>
              <p:nvPr/>
            </p:nvSpPr>
            <p:spPr>
              <a:xfrm rot="-766793">
                <a:off x="7568551" y="4131154"/>
                <a:ext cx="985810" cy="395277"/>
              </a:xfrm>
              <a:custGeom>
                <a:rect b="b" l="l" r="r" t="t"/>
                <a:pathLst>
                  <a:path extrusionOk="0" h="249" w="621">
                    <a:moveTo>
                      <a:pt x="621" y="0"/>
                    </a:moveTo>
                    <a:lnTo>
                      <a:pt x="215" y="115"/>
                    </a:lnTo>
                    <a:lnTo>
                      <a:pt x="0" y="249"/>
                    </a:lnTo>
                    <a:lnTo>
                      <a:pt x="469" y="138"/>
                    </a:lnTo>
                    <a:lnTo>
                      <a:pt x="621"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9" name="Google Shape;939;p32"/>
              <p:cNvSpPr/>
              <p:nvPr/>
            </p:nvSpPr>
            <p:spPr>
              <a:xfrm rot="-766792">
                <a:off x="8287594" y="4049740"/>
                <a:ext cx="249231" cy="249231"/>
              </a:xfrm>
              <a:custGeom>
                <a:rect b="b" l="l" r="r" t="t"/>
                <a:pathLst>
                  <a:path extrusionOk="0" h="157" w="157">
                    <a:moveTo>
                      <a:pt x="0" y="138"/>
                    </a:moveTo>
                    <a:lnTo>
                      <a:pt x="152" y="0"/>
                    </a:lnTo>
                    <a:lnTo>
                      <a:pt x="157" y="15"/>
                    </a:lnTo>
                    <a:lnTo>
                      <a:pt x="149" y="23"/>
                    </a:lnTo>
                    <a:lnTo>
                      <a:pt x="8" y="157"/>
                    </a:lnTo>
                    <a:lnTo>
                      <a:pt x="0" y="13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0" name="Google Shape;940;p32"/>
              <p:cNvSpPr/>
              <p:nvPr/>
            </p:nvSpPr>
            <p:spPr>
              <a:xfrm rot="-766792">
                <a:off x="8441067" y="4239913"/>
                <a:ext cx="223832" cy="306379"/>
              </a:xfrm>
              <a:custGeom>
                <a:rect b="b" l="l" r="r" t="t"/>
                <a:pathLst>
                  <a:path extrusionOk="0" h="193" w="141">
                    <a:moveTo>
                      <a:pt x="136" y="0"/>
                    </a:moveTo>
                    <a:lnTo>
                      <a:pt x="141" y="15"/>
                    </a:lnTo>
                    <a:lnTo>
                      <a:pt x="6" y="193"/>
                    </a:lnTo>
                    <a:lnTo>
                      <a:pt x="0" y="175"/>
                    </a:lnTo>
                    <a:lnTo>
                      <a:pt x="13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1" name="Google Shape;941;p32"/>
              <p:cNvSpPr/>
              <p:nvPr/>
            </p:nvSpPr>
            <p:spPr>
              <a:xfrm rot="-766792">
                <a:off x="8441067" y="4239913"/>
                <a:ext cx="223832" cy="306379"/>
              </a:xfrm>
              <a:custGeom>
                <a:rect b="b" l="l" r="r" t="t"/>
                <a:pathLst>
                  <a:path extrusionOk="0" h="193" w="141">
                    <a:moveTo>
                      <a:pt x="136" y="0"/>
                    </a:moveTo>
                    <a:lnTo>
                      <a:pt x="141" y="15"/>
                    </a:lnTo>
                    <a:lnTo>
                      <a:pt x="6" y="193"/>
                    </a:lnTo>
                    <a:lnTo>
                      <a:pt x="0" y="175"/>
                    </a:lnTo>
                    <a:lnTo>
                      <a:pt x="136"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2" name="Google Shape;942;p32"/>
              <p:cNvSpPr/>
              <p:nvPr/>
            </p:nvSpPr>
            <p:spPr>
              <a:xfrm rot="-766791">
                <a:off x="8322200" y="4076509"/>
                <a:ext cx="296855" cy="452425"/>
              </a:xfrm>
              <a:custGeom>
                <a:rect b="b" l="l" r="r" t="t"/>
                <a:pathLst>
                  <a:path extrusionOk="0" h="174" w="114">
                    <a:moveTo>
                      <a:pt x="114" y="71"/>
                    </a:moveTo>
                    <a:cubicBezTo>
                      <a:pt x="34" y="174"/>
                      <a:pt x="34" y="174"/>
                      <a:pt x="34" y="174"/>
                    </a:cubicBezTo>
                    <a:cubicBezTo>
                      <a:pt x="0" y="82"/>
                      <a:pt x="0" y="82"/>
                      <a:pt x="0" y="82"/>
                    </a:cubicBezTo>
                    <a:cubicBezTo>
                      <a:pt x="3" y="82"/>
                      <a:pt x="3" y="82"/>
                      <a:pt x="3" y="82"/>
                    </a:cubicBezTo>
                    <a:cubicBezTo>
                      <a:pt x="89" y="0"/>
                      <a:pt x="89" y="0"/>
                      <a:pt x="89" y="0"/>
                    </a:cubicBezTo>
                    <a:cubicBezTo>
                      <a:pt x="90" y="1"/>
                      <a:pt x="114" y="70"/>
                      <a:pt x="114" y="71"/>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3" name="Google Shape;943;p32"/>
              <p:cNvSpPr/>
              <p:nvPr/>
            </p:nvSpPr>
            <p:spPr>
              <a:xfrm rot="-766793">
                <a:off x="7631921" y="4389822"/>
                <a:ext cx="827065" cy="354003"/>
              </a:xfrm>
              <a:custGeom>
                <a:rect b="b" l="l" r="r" t="t"/>
                <a:pathLst>
                  <a:path extrusionOk="0" h="136" w="318">
                    <a:moveTo>
                      <a:pt x="284" y="0"/>
                    </a:moveTo>
                    <a:cubicBezTo>
                      <a:pt x="318" y="92"/>
                      <a:pt x="318" y="92"/>
                      <a:pt x="318" y="92"/>
                    </a:cubicBezTo>
                    <a:cubicBezTo>
                      <a:pt x="36" y="136"/>
                      <a:pt x="36" y="136"/>
                      <a:pt x="36" y="136"/>
                    </a:cubicBezTo>
                    <a:cubicBezTo>
                      <a:pt x="16" y="119"/>
                      <a:pt x="0" y="90"/>
                      <a:pt x="6" y="64"/>
                    </a:cubicBezTo>
                    <a:cubicBezTo>
                      <a:pt x="284" y="0"/>
                      <a:pt x="284" y="0"/>
                      <a:pt x="284" y="0"/>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4" name="Google Shape;944;p32"/>
              <p:cNvSpPr/>
              <p:nvPr/>
            </p:nvSpPr>
            <p:spPr>
              <a:xfrm rot="-766793">
                <a:off x="8348017" y="4220501"/>
                <a:ext cx="114297" cy="111122"/>
              </a:xfrm>
              <a:custGeom>
                <a:rect b="b" l="l" r="r" t="t"/>
                <a:pathLst>
                  <a:path extrusionOk="0" h="43" w="44">
                    <a:moveTo>
                      <a:pt x="40" y="4"/>
                    </a:moveTo>
                    <a:cubicBezTo>
                      <a:pt x="25" y="15"/>
                      <a:pt x="13" y="29"/>
                      <a:pt x="0" y="43"/>
                    </a:cubicBezTo>
                    <a:cubicBezTo>
                      <a:pt x="17" y="33"/>
                      <a:pt x="31" y="19"/>
                      <a:pt x="43" y="2"/>
                    </a:cubicBezTo>
                    <a:cubicBezTo>
                      <a:pt x="43" y="2"/>
                      <a:pt x="44" y="1"/>
                      <a:pt x="44" y="0"/>
                    </a:cubicBezTo>
                    <a:cubicBezTo>
                      <a:pt x="43" y="1"/>
                      <a:pt x="41" y="3"/>
                      <a:pt x="40" y="4"/>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5" name="Google Shape;945;p32"/>
              <p:cNvSpPr/>
              <p:nvPr/>
            </p:nvSpPr>
            <p:spPr>
              <a:xfrm rot="-766793">
                <a:off x="8432831" y="4140939"/>
                <a:ext cx="50799" cy="49212"/>
              </a:xfrm>
              <a:custGeom>
                <a:rect b="b" l="l" r="r" t="t"/>
                <a:pathLst>
                  <a:path extrusionOk="0" h="19" w="20">
                    <a:moveTo>
                      <a:pt x="0" y="19"/>
                    </a:moveTo>
                    <a:cubicBezTo>
                      <a:pt x="8" y="14"/>
                      <a:pt x="15" y="8"/>
                      <a:pt x="20" y="0"/>
                    </a:cubicBezTo>
                    <a:cubicBezTo>
                      <a:pt x="13" y="5"/>
                      <a:pt x="6" y="12"/>
                      <a:pt x="0" y="19"/>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6" name="Google Shape;946;p32"/>
              <p:cNvSpPr/>
              <p:nvPr/>
            </p:nvSpPr>
            <p:spPr>
              <a:xfrm rot="-766793">
                <a:off x="8462658" y="4145878"/>
                <a:ext cx="31749" cy="31749"/>
              </a:xfrm>
              <a:custGeom>
                <a:rect b="b" l="l" r="r" t="t"/>
                <a:pathLst>
                  <a:path extrusionOk="0" h="12" w="12">
                    <a:moveTo>
                      <a:pt x="0" y="12"/>
                    </a:moveTo>
                    <a:cubicBezTo>
                      <a:pt x="5" y="9"/>
                      <a:pt x="9" y="5"/>
                      <a:pt x="12" y="0"/>
                    </a:cubicBezTo>
                    <a:cubicBezTo>
                      <a:pt x="8" y="4"/>
                      <a:pt x="4" y="7"/>
                      <a:pt x="0" y="1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7" name="Google Shape;947;p32"/>
              <p:cNvSpPr/>
              <p:nvPr/>
            </p:nvSpPr>
            <p:spPr>
              <a:xfrm rot="-766795">
                <a:off x="8433960" y="4283708"/>
                <a:ext cx="53973" cy="60323"/>
              </a:xfrm>
              <a:custGeom>
                <a:rect b="b" l="l" r="r" t="t"/>
                <a:pathLst>
                  <a:path extrusionOk="0" h="23" w="21">
                    <a:moveTo>
                      <a:pt x="0" y="23"/>
                    </a:moveTo>
                    <a:cubicBezTo>
                      <a:pt x="8" y="16"/>
                      <a:pt x="16" y="9"/>
                      <a:pt x="21" y="0"/>
                    </a:cubicBezTo>
                    <a:cubicBezTo>
                      <a:pt x="13" y="6"/>
                      <a:pt x="6" y="13"/>
                      <a:pt x="0" y="2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8" name="Google Shape;948;p32"/>
              <p:cNvSpPr/>
              <p:nvPr/>
            </p:nvSpPr>
            <p:spPr>
              <a:xfrm rot="-766792">
                <a:off x="8530098" y="4207057"/>
                <a:ext cx="49212" cy="57148"/>
              </a:xfrm>
              <a:custGeom>
                <a:rect b="b" l="l" r="r" t="t"/>
                <a:pathLst>
                  <a:path extrusionOk="0" h="22" w="19">
                    <a:moveTo>
                      <a:pt x="0" y="22"/>
                    </a:moveTo>
                    <a:cubicBezTo>
                      <a:pt x="7" y="16"/>
                      <a:pt x="14" y="9"/>
                      <a:pt x="19" y="0"/>
                    </a:cubicBezTo>
                    <a:cubicBezTo>
                      <a:pt x="11" y="6"/>
                      <a:pt x="5" y="14"/>
                      <a:pt x="0" y="2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9" name="Google Shape;949;p32"/>
              <p:cNvSpPr/>
              <p:nvPr/>
            </p:nvSpPr>
            <p:spPr>
              <a:xfrm rot="-766794">
                <a:off x="8101964" y="4446764"/>
                <a:ext cx="79373" cy="19049"/>
              </a:xfrm>
              <a:custGeom>
                <a:rect b="b" l="l" r="r" t="t"/>
                <a:pathLst>
                  <a:path extrusionOk="0" h="7" w="31">
                    <a:moveTo>
                      <a:pt x="0" y="7"/>
                    </a:moveTo>
                    <a:cubicBezTo>
                      <a:pt x="11" y="6"/>
                      <a:pt x="21" y="4"/>
                      <a:pt x="31" y="0"/>
                    </a:cubicBezTo>
                    <a:cubicBezTo>
                      <a:pt x="21" y="0"/>
                      <a:pt x="10" y="3"/>
                      <a:pt x="0" y="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0" name="Google Shape;950;p32"/>
              <p:cNvSpPr/>
              <p:nvPr/>
            </p:nvSpPr>
            <p:spPr>
              <a:xfrm rot="-766792">
                <a:off x="8230536" y="4387118"/>
                <a:ext cx="46037" cy="12700"/>
              </a:xfrm>
              <a:custGeom>
                <a:rect b="b" l="l" r="r" t="t"/>
                <a:pathLst>
                  <a:path extrusionOk="0" h="5" w="18">
                    <a:moveTo>
                      <a:pt x="0" y="5"/>
                    </a:moveTo>
                    <a:cubicBezTo>
                      <a:pt x="6" y="4"/>
                      <a:pt x="12" y="3"/>
                      <a:pt x="18" y="0"/>
                    </a:cubicBezTo>
                    <a:cubicBezTo>
                      <a:pt x="12" y="1"/>
                      <a:pt x="6" y="2"/>
                      <a:pt x="0" y="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1" name="Google Shape;951;p32"/>
              <p:cNvSpPr/>
              <p:nvPr/>
            </p:nvSpPr>
            <p:spPr>
              <a:xfrm rot="-766795">
                <a:off x="8191281" y="4408100"/>
                <a:ext cx="84136" cy="22224"/>
              </a:xfrm>
              <a:custGeom>
                <a:rect b="b" l="l" r="r" t="t"/>
                <a:pathLst>
                  <a:path extrusionOk="0" h="9" w="32">
                    <a:moveTo>
                      <a:pt x="0" y="9"/>
                    </a:moveTo>
                    <a:cubicBezTo>
                      <a:pt x="11" y="7"/>
                      <a:pt x="22" y="4"/>
                      <a:pt x="32" y="0"/>
                    </a:cubicBezTo>
                    <a:cubicBezTo>
                      <a:pt x="21" y="1"/>
                      <a:pt x="10" y="4"/>
                      <a:pt x="0" y="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2" name="Google Shape;952;p32"/>
              <p:cNvSpPr/>
              <p:nvPr/>
            </p:nvSpPr>
            <p:spPr>
              <a:xfrm rot="-766794">
                <a:off x="8237369" y="4430446"/>
                <a:ext cx="52387" cy="14288"/>
              </a:xfrm>
              <a:custGeom>
                <a:rect b="b" l="l" r="r" t="t"/>
                <a:pathLst>
                  <a:path extrusionOk="0" h="6" w="20">
                    <a:moveTo>
                      <a:pt x="0" y="6"/>
                    </a:moveTo>
                    <a:cubicBezTo>
                      <a:pt x="7" y="5"/>
                      <a:pt x="13" y="3"/>
                      <a:pt x="20" y="0"/>
                    </a:cubicBezTo>
                    <a:cubicBezTo>
                      <a:pt x="13" y="1"/>
                      <a:pt x="6" y="3"/>
                      <a:pt x="0" y="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3" name="Google Shape;953;p32"/>
              <p:cNvSpPr/>
              <p:nvPr/>
            </p:nvSpPr>
            <p:spPr>
              <a:xfrm rot="-766793">
                <a:off x="7758276" y="4553843"/>
                <a:ext cx="273042" cy="68261"/>
              </a:xfrm>
              <a:custGeom>
                <a:rect b="b" l="l" r="r" t="t"/>
                <a:pathLst>
                  <a:path extrusionOk="0" h="26" w="105">
                    <a:moveTo>
                      <a:pt x="76" y="3"/>
                    </a:moveTo>
                    <a:cubicBezTo>
                      <a:pt x="50" y="8"/>
                      <a:pt x="25" y="18"/>
                      <a:pt x="0" y="26"/>
                    </a:cubicBezTo>
                    <a:cubicBezTo>
                      <a:pt x="18" y="25"/>
                      <a:pt x="35" y="21"/>
                      <a:pt x="52" y="17"/>
                    </a:cubicBezTo>
                    <a:cubicBezTo>
                      <a:pt x="69" y="12"/>
                      <a:pt x="86" y="6"/>
                      <a:pt x="102" y="0"/>
                    </a:cubicBezTo>
                    <a:cubicBezTo>
                      <a:pt x="103" y="0"/>
                      <a:pt x="104" y="0"/>
                      <a:pt x="105" y="0"/>
                    </a:cubicBezTo>
                    <a:cubicBezTo>
                      <a:pt x="95" y="0"/>
                      <a:pt x="85" y="1"/>
                      <a:pt x="76" y="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4" name="Google Shape;954;p32"/>
              <p:cNvSpPr/>
              <p:nvPr/>
            </p:nvSpPr>
            <p:spPr>
              <a:xfrm rot="-766794">
                <a:off x="7968184" y="4555722"/>
                <a:ext cx="74611" cy="14288"/>
              </a:xfrm>
              <a:custGeom>
                <a:rect b="b" l="l" r="r" t="t"/>
                <a:pathLst>
                  <a:path extrusionOk="0" h="6" w="29">
                    <a:moveTo>
                      <a:pt x="0" y="6"/>
                    </a:moveTo>
                    <a:cubicBezTo>
                      <a:pt x="10" y="6"/>
                      <a:pt x="20" y="4"/>
                      <a:pt x="29" y="0"/>
                    </a:cubicBezTo>
                    <a:cubicBezTo>
                      <a:pt x="18" y="1"/>
                      <a:pt x="10" y="3"/>
                      <a:pt x="0" y="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5" name="Google Shape;955;p32"/>
              <p:cNvSpPr/>
              <p:nvPr/>
            </p:nvSpPr>
            <p:spPr>
              <a:xfrm rot="-766792">
                <a:off x="8050212" y="4599064"/>
                <a:ext cx="249231" cy="42862"/>
              </a:xfrm>
              <a:custGeom>
                <a:rect b="b" l="l" r="r" t="t"/>
                <a:pathLst>
                  <a:path extrusionOk="0" h="16" w="96">
                    <a:moveTo>
                      <a:pt x="95" y="0"/>
                    </a:moveTo>
                    <a:cubicBezTo>
                      <a:pt x="92" y="0"/>
                      <a:pt x="89" y="0"/>
                      <a:pt x="86" y="1"/>
                    </a:cubicBezTo>
                    <a:cubicBezTo>
                      <a:pt x="75" y="1"/>
                      <a:pt x="64" y="2"/>
                      <a:pt x="52" y="3"/>
                    </a:cubicBezTo>
                    <a:cubicBezTo>
                      <a:pt x="34" y="6"/>
                      <a:pt x="19" y="11"/>
                      <a:pt x="0" y="16"/>
                    </a:cubicBezTo>
                    <a:cubicBezTo>
                      <a:pt x="32" y="16"/>
                      <a:pt x="63" y="8"/>
                      <a:pt x="94" y="1"/>
                    </a:cubicBezTo>
                    <a:cubicBezTo>
                      <a:pt x="95" y="1"/>
                      <a:pt x="96" y="0"/>
                      <a:pt x="9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6" name="Google Shape;956;p32"/>
              <p:cNvSpPr/>
              <p:nvPr/>
            </p:nvSpPr>
            <p:spPr>
              <a:xfrm rot="-766792">
                <a:off x="8338212" y="4534631"/>
                <a:ext cx="36512" cy="7938"/>
              </a:xfrm>
              <a:custGeom>
                <a:rect b="b" l="l" r="r" t="t"/>
                <a:pathLst>
                  <a:path extrusionOk="0" h="3" w="14">
                    <a:moveTo>
                      <a:pt x="0" y="3"/>
                    </a:moveTo>
                    <a:cubicBezTo>
                      <a:pt x="5" y="3"/>
                      <a:pt x="9" y="2"/>
                      <a:pt x="14" y="0"/>
                    </a:cubicBezTo>
                    <a:cubicBezTo>
                      <a:pt x="9" y="0"/>
                      <a:pt x="5" y="1"/>
                      <a:pt x="0" y="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7" name="Google Shape;957;p32"/>
              <p:cNvSpPr/>
              <p:nvPr/>
            </p:nvSpPr>
            <p:spPr>
              <a:xfrm rot="-766792">
                <a:off x="7618149" y="4332961"/>
                <a:ext cx="1058834" cy="392102"/>
              </a:xfrm>
              <a:custGeom>
                <a:rect b="b" l="l" r="r" t="t"/>
                <a:pathLst>
                  <a:path extrusionOk="0" h="151" w="407">
                    <a:moveTo>
                      <a:pt x="402" y="1"/>
                    </a:moveTo>
                    <a:cubicBezTo>
                      <a:pt x="401" y="3"/>
                      <a:pt x="322" y="103"/>
                      <a:pt x="321" y="105"/>
                    </a:cubicBezTo>
                    <a:cubicBezTo>
                      <a:pt x="39" y="149"/>
                      <a:pt x="39" y="149"/>
                      <a:pt x="39" y="149"/>
                    </a:cubicBezTo>
                    <a:cubicBezTo>
                      <a:pt x="39" y="148"/>
                      <a:pt x="39" y="148"/>
                      <a:pt x="39" y="148"/>
                    </a:cubicBezTo>
                    <a:cubicBezTo>
                      <a:pt x="19" y="132"/>
                      <a:pt x="3" y="103"/>
                      <a:pt x="9" y="77"/>
                    </a:cubicBezTo>
                    <a:cubicBezTo>
                      <a:pt x="8" y="77"/>
                      <a:pt x="8" y="77"/>
                      <a:pt x="8" y="77"/>
                    </a:cubicBezTo>
                    <a:cubicBezTo>
                      <a:pt x="8" y="77"/>
                      <a:pt x="8" y="77"/>
                      <a:pt x="8" y="77"/>
                    </a:cubicBezTo>
                    <a:cubicBezTo>
                      <a:pt x="8" y="77"/>
                      <a:pt x="7" y="77"/>
                      <a:pt x="6" y="77"/>
                    </a:cubicBezTo>
                    <a:cubicBezTo>
                      <a:pt x="6" y="77"/>
                      <a:pt x="6" y="77"/>
                      <a:pt x="6" y="77"/>
                    </a:cubicBezTo>
                    <a:cubicBezTo>
                      <a:pt x="6" y="77"/>
                      <a:pt x="6" y="77"/>
                      <a:pt x="6" y="77"/>
                    </a:cubicBezTo>
                    <a:cubicBezTo>
                      <a:pt x="6" y="78"/>
                      <a:pt x="6" y="78"/>
                      <a:pt x="6" y="78"/>
                    </a:cubicBezTo>
                    <a:cubicBezTo>
                      <a:pt x="6" y="78"/>
                      <a:pt x="6" y="78"/>
                      <a:pt x="6" y="78"/>
                    </a:cubicBezTo>
                    <a:cubicBezTo>
                      <a:pt x="6" y="78"/>
                      <a:pt x="6" y="78"/>
                      <a:pt x="6" y="78"/>
                    </a:cubicBezTo>
                    <a:cubicBezTo>
                      <a:pt x="0" y="105"/>
                      <a:pt x="16" y="135"/>
                      <a:pt x="37" y="151"/>
                    </a:cubicBezTo>
                    <a:cubicBezTo>
                      <a:pt x="319" y="108"/>
                      <a:pt x="319" y="108"/>
                      <a:pt x="319" y="108"/>
                    </a:cubicBezTo>
                    <a:cubicBezTo>
                      <a:pt x="324" y="107"/>
                      <a:pt x="324" y="107"/>
                      <a:pt x="324" y="107"/>
                    </a:cubicBezTo>
                    <a:cubicBezTo>
                      <a:pt x="407" y="0"/>
                      <a:pt x="407" y="0"/>
                      <a:pt x="407" y="0"/>
                    </a:cubicBezTo>
                    <a:cubicBezTo>
                      <a:pt x="402" y="1"/>
                      <a:pt x="402" y="1"/>
                      <a:pt x="402" y="1"/>
                    </a:cubicBezTo>
                  </a:path>
                </a:pathLst>
              </a:custGeom>
              <a:solidFill>
                <a:srgbClr val="7A8CD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8" name="Google Shape;958;p32"/>
              <p:cNvSpPr/>
              <p:nvPr/>
            </p:nvSpPr>
            <p:spPr>
              <a:xfrm rot="-766793">
                <a:off x="7629123" y="4331732"/>
                <a:ext cx="1047720" cy="392102"/>
              </a:xfrm>
              <a:custGeom>
                <a:rect b="b" l="l" r="r" t="t"/>
                <a:pathLst>
                  <a:path extrusionOk="0" h="151" w="403">
                    <a:moveTo>
                      <a:pt x="403" y="0"/>
                    </a:moveTo>
                    <a:cubicBezTo>
                      <a:pt x="398" y="1"/>
                      <a:pt x="398" y="1"/>
                      <a:pt x="398" y="1"/>
                    </a:cubicBezTo>
                    <a:cubicBezTo>
                      <a:pt x="398" y="1"/>
                      <a:pt x="398" y="1"/>
                      <a:pt x="398" y="1"/>
                    </a:cubicBezTo>
                    <a:cubicBezTo>
                      <a:pt x="398" y="1"/>
                      <a:pt x="398" y="1"/>
                      <a:pt x="398" y="1"/>
                    </a:cubicBezTo>
                    <a:cubicBezTo>
                      <a:pt x="397" y="3"/>
                      <a:pt x="318" y="103"/>
                      <a:pt x="317" y="105"/>
                    </a:cubicBezTo>
                    <a:cubicBezTo>
                      <a:pt x="317" y="105"/>
                      <a:pt x="317" y="105"/>
                      <a:pt x="317" y="105"/>
                    </a:cubicBezTo>
                    <a:cubicBezTo>
                      <a:pt x="35" y="149"/>
                      <a:pt x="35" y="149"/>
                      <a:pt x="35" y="149"/>
                    </a:cubicBezTo>
                    <a:cubicBezTo>
                      <a:pt x="35" y="148"/>
                      <a:pt x="35" y="148"/>
                      <a:pt x="35" y="148"/>
                    </a:cubicBezTo>
                    <a:cubicBezTo>
                      <a:pt x="28" y="143"/>
                      <a:pt x="22" y="136"/>
                      <a:pt x="16" y="128"/>
                    </a:cubicBezTo>
                    <a:cubicBezTo>
                      <a:pt x="16" y="128"/>
                      <a:pt x="16" y="128"/>
                      <a:pt x="16" y="128"/>
                    </a:cubicBezTo>
                    <a:cubicBezTo>
                      <a:pt x="16" y="128"/>
                      <a:pt x="16" y="127"/>
                      <a:pt x="16" y="127"/>
                    </a:cubicBezTo>
                    <a:cubicBezTo>
                      <a:pt x="16" y="127"/>
                      <a:pt x="16" y="127"/>
                      <a:pt x="16" y="127"/>
                    </a:cubicBezTo>
                    <a:cubicBezTo>
                      <a:pt x="16" y="127"/>
                      <a:pt x="16" y="127"/>
                      <a:pt x="16" y="127"/>
                    </a:cubicBezTo>
                    <a:cubicBezTo>
                      <a:pt x="11" y="119"/>
                      <a:pt x="7" y="110"/>
                      <a:pt x="5" y="101"/>
                    </a:cubicBezTo>
                    <a:cubicBezTo>
                      <a:pt x="5" y="101"/>
                      <a:pt x="5" y="101"/>
                      <a:pt x="5" y="101"/>
                    </a:cubicBezTo>
                    <a:cubicBezTo>
                      <a:pt x="5" y="101"/>
                      <a:pt x="5" y="101"/>
                      <a:pt x="5" y="101"/>
                    </a:cubicBezTo>
                    <a:cubicBezTo>
                      <a:pt x="5" y="101"/>
                      <a:pt x="5" y="101"/>
                      <a:pt x="5" y="101"/>
                    </a:cubicBezTo>
                    <a:cubicBezTo>
                      <a:pt x="5" y="101"/>
                      <a:pt x="5" y="101"/>
                      <a:pt x="5" y="101"/>
                    </a:cubicBezTo>
                    <a:cubicBezTo>
                      <a:pt x="5" y="100"/>
                      <a:pt x="5" y="100"/>
                      <a:pt x="5" y="100"/>
                    </a:cubicBezTo>
                    <a:cubicBezTo>
                      <a:pt x="5" y="100"/>
                      <a:pt x="5" y="100"/>
                      <a:pt x="5" y="100"/>
                    </a:cubicBezTo>
                    <a:cubicBezTo>
                      <a:pt x="5" y="100"/>
                      <a:pt x="5" y="100"/>
                      <a:pt x="5" y="100"/>
                    </a:cubicBezTo>
                    <a:cubicBezTo>
                      <a:pt x="5" y="100"/>
                      <a:pt x="5" y="100"/>
                      <a:pt x="5" y="100"/>
                    </a:cubicBezTo>
                    <a:cubicBezTo>
                      <a:pt x="4" y="96"/>
                      <a:pt x="4" y="91"/>
                      <a:pt x="4" y="87"/>
                    </a:cubicBezTo>
                    <a:cubicBezTo>
                      <a:pt x="4" y="84"/>
                      <a:pt x="4" y="80"/>
                      <a:pt x="5" y="77"/>
                    </a:cubicBezTo>
                    <a:cubicBezTo>
                      <a:pt x="5" y="77"/>
                      <a:pt x="5" y="77"/>
                      <a:pt x="5" y="77"/>
                    </a:cubicBezTo>
                    <a:cubicBezTo>
                      <a:pt x="4" y="77"/>
                      <a:pt x="4" y="77"/>
                      <a:pt x="4" y="77"/>
                    </a:cubicBezTo>
                    <a:cubicBezTo>
                      <a:pt x="4" y="77"/>
                      <a:pt x="4" y="77"/>
                      <a:pt x="4" y="77"/>
                    </a:cubicBezTo>
                    <a:cubicBezTo>
                      <a:pt x="4" y="77"/>
                      <a:pt x="4" y="77"/>
                      <a:pt x="4" y="77"/>
                    </a:cubicBezTo>
                    <a:cubicBezTo>
                      <a:pt x="4" y="77"/>
                      <a:pt x="4" y="77"/>
                      <a:pt x="4" y="77"/>
                    </a:cubicBezTo>
                    <a:cubicBezTo>
                      <a:pt x="4" y="77"/>
                      <a:pt x="3" y="77"/>
                      <a:pt x="2" y="77"/>
                    </a:cubicBezTo>
                    <a:cubicBezTo>
                      <a:pt x="2" y="77"/>
                      <a:pt x="2" y="77"/>
                      <a:pt x="2" y="77"/>
                    </a:cubicBezTo>
                    <a:cubicBezTo>
                      <a:pt x="2" y="77"/>
                      <a:pt x="2" y="77"/>
                      <a:pt x="2" y="77"/>
                    </a:cubicBezTo>
                    <a:cubicBezTo>
                      <a:pt x="2" y="77"/>
                      <a:pt x="2" y="77"/>
                      <a:pt x="2" y="77"/>
                    </a:cubicBezTo>
                    <a:cubicBezTo>
                      <a:pt x="2" y="77"/>
                      <a:pt x="2" y="77"/>
                      <a:pt x="2" y="77"/>
                    </a:cubicBezTo>
                    <a:cubicBezTo>
                      <a:pt x="2" y="78"/>
                      <a:pt x="2" y="78"/>
                      <a:pt x="2" y="78"/>
                    </a:cubicBezTo>
                    <a:cubicBezTo>
                      <a:pt x="1" y="80"/>
                      <a:pt x="1" y="81"/>
                      <a:pt x="1" y="82"/>
                    </a:cubicBezTo>
                    <a:cubicBezTo>
                      <a:pt x="1" y="85"/>
                      <a:pt x="0" y="87"/>
                      <a:pt x="0" y="89"/>
                    </a:cubicBezTo>
                    <a:cubicBezTo>
                      <a:pt x="1" y="113"/>
                      <a:pt x="14" y="137"/>
                      <a:pt x="33" y="151"/>
                    </a:cubicBezTo>
                    <a:cubicBezTo>
                      <a:pt x="315" y="108"/>
                      <a:pt x="315" y="108"/>
                      <a:pt x="315" y="108"/>
                    </a:cubicBezTo>
                    <a:cubicBezTo>
                      <a:pt x="320" y="107"/>
                      <a:pt x="320" y="107"/>
                      <a:pt x="320" y="107"/>
                    </a:cubicBezTo>
                    <a:cubicBezTo>
                      <a:pt x="403" y="0"/>
                      <a:pt x="403" y="0"/>
                      <a:pt x="403"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9" name="Google Shape;959;p32"/>
              <p:cNvSpPr/>
              <p:nvPr/>
            </p:nvSpPr>
            <p:spPr>
              <a:xfrm rot="-766794">
                <a:off x="7861599" y="4573703"/>
                <a:ext cx="158746" cy="277805"/>
              </a:xfrm>
              <a:custGeom>
                <a:rect b="b" l="l" r="r" t="t"/>
                <a:pathLst>
                  <a:path extrusionOk="0" h="107" w="61">
                    <a:moveTo>
                      <a:pt x="51" y="46"/>
                    </a:moveTo>
                    <a:cubicBezTo>
                      <a:pt x="54" y="59"/>
                      <a:pt x="58" y="72"/>
                      <a:pt x="60" y="85"/>
                    </a:cubicBezTo>
                    <a:cubicBezTo>
                      <a:pt x="60" y="90"/>
                      <a:pt x="61" y="94"/>
                      <a:pt x="61" y="98"/>
                    </a:cubicBezTo>
                    <a:cubicBezTo>
                      <a:pt x="61" y="99"/>
                      <a:pt x="61" y="100"/>
                      <a:pt x="60" y="101"/>
                    </a:cubicBezTo>
                    <a:cubicBezTo>
                      <a:pt x="15" y="107"/>
                      <a:pt x="15" y="107"/>
                      <a:pt x="15" y="107"/>
                    </a:cubicBezTo>
                    <a:cubicBezTo>
                      <a:pt x="19" y="105"/>
                      <a:pt x="13" y="83"/>
                      <a:pt x="12" y="79"/>
                    </a:cubicBezTo>
                    <a:cubicBezTo>
                      <a:pt x="7" y="56"/>
                      <a:pt x="0" y="33"/>
                      <a:pt x="0" y="10"/>
                    </a:cubicBezTo>
                    <a:cubicBezTo>
                      <a:pt x="45" y="0"/>
                      <a:pt x="45" y="0"/>
                      <a:pt x="45" y="0"/>
                    </a:cubicBezTo>
                    <a:cubicBezTo>
                      <a:pt x="45" y="15"/>
                      <a:pt x="48" y="31"/>
                      <a:pt x="51" y="4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0" name="Google Shape;960;p32"/>
              <p:cNvSpPr/>
              <p:nvPr/>
            </p:nvSpPr>
            <p:spPr>
              <a:xfrm rot="-766794">
                <a:off x="7892830" y="4780105"/>
                <a:ext cx="147634" cy="69848"/>
              </a:xfrm>
              <a:custGeom>
                <a:rect b="b" l="l" r="r" t="t"/>
                <a:pathLst>
                  <a:path extrusionOk="0" h="27" w="57">
                    <a:moveTo>
                      <a:pt x="57" y="21"/>
                    </a:moveTo>
                    <a:cubicBezTo>
                      <a:pt x="12" y="27"/>
                      <a:pt x="12" y="27"/>
                      <a:pt x="12" y="27"/>
                    </a:cubicBezTo>
                    <a:cubicBezTo>
                      <a:pt x="11" y="27"/>
                      <a:pt x="10" y="26"/>
                      <a:pt x="9" y="24"/>
                    </a:cubicBezTo>
                    <a:cubicBezTo>
                      <a:pt x="7" y="20"/>
                      <a:pt x="4" y="7"/>
                      <a:pt x="0" y="7"/>
                    </a:cubicBezTo>
                    <a:cubicBezTo>
                      <a:pt x="45" y="0"/>
                      <a:pt x="45" y="0"/>
                      <a:pt x="45" y="0"/>
                    </a:cubicBezTo>
                    <a:cubicBezTo>
                      <a:pt x="45" y="0"/>
                      <a:pt x="46" y="1"/>
                      <a:pt x="47" y="1"/>
                    </a:cubicBezTo>
                    <a:cubicBezTo>
                      <a:pt x="50" y="5"/>
                      <a:pt x="52" y="20"/>
                      <a:pt x="57"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1" name="Google Shape;961;p32"/>
              <p:cNvSpPr/>
              <p:nvPr/>
            </p:nvSpPr>
            <p:spPr>
              <a:xfrm rot="-766794">
                <a:off x="7890586" y="4781614"/>
                <a:ext cx="131759" cy="134934"/>
              </a:xfrm>
              <a:custGeom>
                <a:rect b="b" l="l" r="r" t="t"/>
                <a:pathLst>
                  <a:path extrusionOk="0" h="52" w="51">
                    <a:moveTo>
                      <a:pt x="46" y="11"/>
                    </a:moveTo>
                    <a:cubicBezTo>
                      <a:pt x="45" y="19"/>
                      <a:pt x="51" y="41"/>
                      <a:pt x="46" y="46"/>
                    </a:cubicBezTo>
                    <a:cubicBezTo>
                      <a:pt x="46" y="47"/>
                      <a:pt x="3" y="51"/>
                      <a:pt x="2" y="52"/>
                    </a:cubicBezTo>
                    <a:cubicBezTo>
                      <a:pt x="6" y="50"/>
                      <a:pt x="4" y="39"/>
                      <a:pt x="4" y="36"/>
                    </a:cubicBezTo>
                    <a:cubicBezTo>
                      <a:pt x="4" y="29"/>
                      <a:pt x="0" y="12"/>
                      <a:pt x="4" y="7"/>
                    </a:cubicBezTo>
                    <a:cubicBezTo>
                      <a:pt x="4" y="7"/>
                      <a:pt x="48" y="0"/>
                      <a:pt x="48" y="0"/>
                    </a:cubicBezTo>
                    <a:cubicBezTo>
                      <a:pt x="46" y="1"/>
                      <a:pt x="46" y="8"/>
                      <a:pt x="46" y="11"/>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62" name="Google Shape;962;p32"/>
            <p:cNvGrpSpPr/>
            <p:nvPr/>
          </p:nvGrpSpPr>
          <p:grpSpPr>
            <a:xfrm rot="-839961">
              <a:off x="6083292" y="3064131"/>
              <a:ext cx="2655566" cy="803704"/>
              <a:chOff x="1762838" y="2278475"/>
              <a:chExt cx="1258888" cy="381001"/>
            </a:xfrm>
          </p:grpSpPr>
          <p:sp>
            <p:nvSpPr>
              <p:cNvPr id="963" name="Google Shape;963;p32"/>
              <p:cNvSpPr/>
              <p:nvPr/>
            </p:nvSpPr>
            <p:spPr>
              <a:xfrm>
                <a:off x="1762838" y="2568988"/>
                <a:ext cx="4763" cy="0"/>
              </a:xfrm>
              <a:custGeom>
                <a:rect b="b" l="l" r="r" t="t"/>
                <a:pathLst>
                  <a:path extrusionOk="0" h="120000" w="2">
                    <a:moveTo>
                      <a:pt x="0" y="0"/>
                    </a:moveTo>
                    <a:cubicBezTo>
                      <a:pt x="0" y="0"/>
                      <a:pt x="0" y="0"/>
                      <a:pt x="0" y="0"/>
                    </a:cubicBezTo>
                    <a:cubicBezTo>
                      <a:pt x="0" y="0"/>
                      <a:pt x="0" y="0"/>
                      <a:pt x="0"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path>
                </a:pathLst>
              </a:custGeom>
              <a:solidFill>
                <a:srgbClr val="DBE0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4" name="Google Shape;964;p32"/>
              <p:cNvSpPr/>
              <p:nvPr/>
            </p:nvSpPr>
            <p:spPr>
              <a:xfrm>
                <a:off x="3007438" y="2589625"/>
                <a:ext cx="14288" cy="7938"/>
              </a:xfrm>
              <a:custGeom>
                <a:rect b="b" l="l" r="r" t="t"/>
                <a:pathLst>
                  <a:path extrusionOk="0" h="3" w="5">
                    <a:moveTo>
                      <a:pt x="1" y="3"/>
                    </a:moveTo>
                    <a:cubicBezTo>
                      <a:pt x="1" y="3"/>
                      <a:pt x="1" y="3"/>
                      <a:pt x="0" y="3"/>
                    </a:cubicBezTo>
                    <a:cubicBezTo>
                      <a:pt x="0" y="3"/>
                      <a:pt x="1" y="3"/>
                      <a:pt x="1" y="3"/>
                    </a:cubicBezTo>
                    <a:moveTo>
                      <a:pt x="1" y="3"/>
                    </a:moveTo>
                    <a:cubicBezTo>
                      <a:pt x="1" y="3"/>
                      <a:pt x="1" y="3"/>
                      <a:pt x="1" y="3"/>
                    </a:cubicBezTo>
                    <a:cubicBezTo>
                      <a:pt x="1" y="3"/>
                      <a:pt x="1" y="3"/>
                      <a:pt x="1" y="3"/>
                    </a:cubicBezTo>
                    <a:moveTo>
                      <a:pt x="2" y="2"/>
                    </a:moveTo>
                    <a:cubicBezTo>
                      <a:pt x="1" y="2"/>
                      <a:pt x="1" y="2"/>
                      <a:pt x="1" y="2"/>
                    </a:cubicBezTo>
                    <a:cubicBezTo>
                      <a:pt x="1" y="2"/>
                      <a:pt x="1" y="2"/>
                      <a:pt x="2" y="2"/>
                    </a:cubicBezTo>
                    <a:moveTo>
                      <a:pt x="2" y="2"/>
                    </a:moveTo>
                    <a:cubicBezTo>
                      <a:pt x="2" y="2"/>
                      <a:pt x="2" y="2"/>
                      <a:pt x="2" y="2"/>
                    </a:cubicBezTo>
                    <a:cubicBezTo>
                      <a:pt x="2" y="2"/>
                      <a:pt x="2" y="2"/>
                      <a:pt x="2" y="2"/>
                    </a:cubicBezTo>
                    <a:moveTo>
                      <a:pt x="3" y="2"/>
                    </a:moveTo>
                    <a:cubicBezTo>
                      <a:pt x="3" y="2"/>
                      <a:pt x="2" y="2"/>
                      <a:pt x="2" y="2"/>
                    </a:cubicBezTo>
                    <a:cubicBezTo>
                      <a:pt x="2" y="2"/>
                      <a:pt x="3" y="2"/>
                      <a:pt x="3" y="2"/>
                    </a:cubicBezTo>
                    <a:moveTo>
                      <a:pt x="3" y="1"/>
                    </a:moveTo>
                    <a:cubicBezTo>
                      <a:pt x="3" y="1"/>
                      <a:pt x="3" y="2"/>
                      <a:pt x="3" y="2"/>
                    </a:cubicBezTo>
                    <a:cubicBezTo>
                      <a:pt x="3" y="2"/>
                      <a:pt x="3" y="1"/>
                      <a:pt x="3" y="1"/>
                    </a:cubicBezTo>
                    <a:moveTo>
                      <a:pt x="3" y="1"/>
                    </a:moveTo>
                    <a:cubicBezTo>
                      <a:pt x="3" y="1"/>
                      <a:pt x="3" y="1"/>
                      <a:pt x="3" y="1"/>
                    </a:cubicBezTo>
                    <a:cubicBezTo>
                      <a:pt x="3" y="1"/>
                      <a:pt x="3" y="1"/>
                      <a:pt x="3" y="1"/>
                    </a:cubicBezTo>
                    <a:moveTo>
                      <a:pt x="4" y="1"/>
                    </a:moveTo>
                    <a:cubicBezTo>
                      <a:pt x="4" y="1"/>
                      <a:pt x="4" y="1"/>
                      <a:pt x="4" y="1"/>
                    </a:cubicBezTo>
                    <a:cubicBezTo>
                      <a:pt x="4" y="1"/>
                      <a:pt x="4" y="1"/>
                      <a:pt x="4" y="1"/>
                    </a:cubicBezTo>
                    <a:moveTo>
                      <a:pt x="5" y="1"/>
                    </a:moveTo>
                    <a:cubicBezTo>
                      <a:pt x="4" y="1"/>
                      <a:pt x="4" y="1"/>
                      <a:pt x="4" y="1"/>
                    </a:cubicBezTo>
                    <a:cubicBezTo>
                      <a:pt x="4" y="1"/>
                      <a:pt x="4" y="1"/>
                      <a:pt x="5" y="1"/>
                    </a:cubicBezTo>
                    <a:moveTo>
                      <a:pt x="5" y="0"/>
                    </a:moveTo>
                    <a:cubicBezTo>
                      <a:pt x="5" y="0"/>
                      <a:pt x="5" y="0"/>
                      <a:pt x="5" y="0"/>
                    </a:cubicBezTo>
                    <a:cubicBezTo>
                      <a:pt x="5" y="0"/>
                      <a:pt x="5" y="0"/>
                      <a:pt x="5" y="0"/>
                    </a:cubicBezTo>
                  </a:path>
                </a:pathLst>
              </a:custGeom>
              <a:solidFill>
                <a:srgbClr val="DBB5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5" name="Google Shape;965;p32"/>
              <p:cNvSpPr/>
              <p:nvPr/>
            </p:nvSpPr>
            <p:spPr>
              <a:xfrm>
                <a:off x="1794588" y="2454688"/>
                <a:ext cx="579438" cy="204788"/>
              </a:xfrm>
              <a:custGeom>
                <a:rect b="b" l="l" r="r" t="t"/>
                <a:pathLst>
                  <a:path extrusionOk="0" h="79" w="223">
                    <a:moveTo>
                      <a:pt x="4" y="15"/>
                    </a:moveTo>
                    <a:cubicBezTo>
                      <a:pt x="4" y="22"/>
                      <a:pt x="5" y="28"/>
                      <a:pt x="6" y="35"/>
                    </a:cubicBezTo>
                    <a:cubicBezTo>
                      <a:pt x="223" y="72"/>
                      <a:pt x="223" y="72"/>
                      <a:pt x="223" y="72"/>
                    </a:cubicBezTo>
                    <a:cubicBezTo>
                      <a:pt x="223" y="79"/>
                      <a:pt x="223" y="79"/>
                      <a:pt x="223" y="79"/>
                    </a:cubicBezTo>
                    <a:cubicBezTo>
                      <a:pt x="4" y="40"/>
                      <a:pt x="4" y="40"/>
                      <a:pt x="4" y="40"/>
                    </a:cubicBezTo>
                    <a:cubicBezTo>
                      <a:pt x="1" y="27"/>
                      <a:pt x="0" y="13"/>
                      <a:pt x="4" y="0"/>
                    </a:cubicBezTo>
                    <a:cubicBezTo>
                      <a:pt x="223" y="27"/>
                      <a:pt x="223" y="27"/>
                      <a:pt x="223" y="27"/>
                    </a:cubicBezTo>
                    <a:cubicBezTo>
                      <a:pt x="223" y="34"/>
                      <a:pt x="223" y="34"/>
                      <a:pt x="223" y="34"/>
                    </a:cubicBezTo>
                    <a:cubicBezTo>
                      <a:pt x="6" y="6"/>
                      <a:pt x="6" y="6"/>
                      <a:pt x="6" y="6"/>
                    </a:cubicBezTo>
                    <a:cubicBezTo>
                      <a:pt x="5" y="9"/>
                      <a:pt x="5" y="12"/>
                      <a:pt x="4" y="15"/>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6" name="Google Shape;966;p32"/>
              <p:cNvSpPr/>
              <p:nvPr/>
            </p:nvSpPr>
            <p:spPr>
              <a:xfrm>
                <a:off x="1804113" y="2470563"/>
                <a:ext cx="569913" cy="171450"/>
              </a:xfrm>
              <a:custGeom>
                <a:rect b="b" l="l" r="r" t="t"/>
                <a:pathLst>
                  <a:path extrusionOk="0" h="66" w="219">
                    <a:moveTo>
                      <a:pt x="0" y="10"/>
                    </a:moveTo>
                    <a:cubicBezTo>
                      <a:pt x="0" y="6"/>
                      <a:pt x="1" y="3"/>
                      <a:pt x="2" y="0"/>
                    </a:cubicBezTo>
                    <a:cubicBezTo>
                      <a:pt x="219" y="28"/>
                      <a:pt x="219" y="28"/>
                      <a:pt x="219" y="28"/>
                    </a:cubicBezTo>
                    <a:cubicBezTo>
                      <a:pt x="219" y="66"/>
                      <a:pt x="219" y="66"/>
                      <a:pt x="219" y="66"/>
                    </a:cubicBezTo>
                    <a:cubicBezTo>
                      <a:pt x="2" y="29"/>
                      <a:pt x="2" y="29"/>
                      <a:pt x="2" y="29"/>
                    </a:cubicBezTo>
                    <a:cubicBezTo>
                      <a:pt x="1" y="23"/>
                      <a:pt x="0" y="16"/>
                      <a:pt x="0" y="1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7" name="Google Shape;967;p32"/>
              <p:cNvSpPr/>
              <p:nvPr/>
            </p:nvSpPr>
            <p:spPr>
              <a:xfrm>
                <a:off x="2374025" y="2488025"/>
                <a:ext cx="569913" cy="153988"/>
              </a:xfrm>
              <a:custGeom>
                <a:rect b="b" l="l" r="r" t="t"/>
                <a:pathLst>
                  <a:path extrusionOk="0" h="97" w="359">
                    <a:moveTo>
                      <a:pt x="0" y="97"/>
                    </a:moveTo>
                    <a:lnTo>
                      <a:pt x="0" y="35"/>
                    </a:lnTo>
                    <a:lnTo>
                      <a:pt x="359" y="0"/>
                    </a:lnTo>
                    <a:lnTo>
                      <a:pt x="357" y="53"/>
                    </a:lnTo>
                    <a:lnTo>
                      <a:pt x="0" y="97"/>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8" name="Google Shape;968;p32"/>
              <p:cNvSpPr/>
              <p:nvPr/>
            </p:nvSpPr>
            <p:spPr>
              <a:xfrm>
                <a:off x="2374025" y="2472150"/>
                <a:ext cx="576263" cy="187325"/>
              </a:xfrm>
              <a:custGeom>
                <a:rect b="b" l="l" r="r" t="t"/>
                <a:pathLst>
                  <a:path extrusionOk="0" h="118" w="363">
                    <a:moveTo>
                      <a:pt x="360" y="71"/>
                    </a:moveTo>
                    <a:lnTo>
                      <a:pt x="0" y="118"/>
                    </a:lnTo>
                    <a:lnTo>
                      <a:pt x="0" y="107"/>
                    </a:lnTo>
                    <a:lnTo>
                      <a:pt x="357" y="63"/>
                    </a:lnTo>
                    <a:lnTo>
                      <a:pt x="359" y="10"/>
                    </a:lnTo>
                    <a:lnTo>
                      <a:pt x="0" y="45"/>
                    </a:lnTo>
                    <a:lnTo>
                      <a:pt x="0" y="33"/>
                    </a:lnTo>
                    <a:lnTo>
                      <a:pt x="363" y="0"/>
                    </a:lnTo>
                    <a:lnTo>
                      <a:pt x="360" y="71"/>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9" name="Google Shape;969;p32"/>
              <p:cNvSpPr/>
              <p:nvPr/>
            </p:nvSpPr>
            <p:spPr>
              <a:xfrm>
                <a:off x="2374025" y="2472150"/>
                <a:ext cx="576263" cy="187325"/>
              </a:xfrm>
              <a:custGeom>
                <a:rect b="b" l="l" r="r" t="t"/>
                <a:pathLst>
                  <a:path extrusionOk="0" h="118" w="363">
                    <a:moveTo>
                      <a:pt x="360" y="71"/>
                    </a:moveTo>
                    <a:lnTo>
                      <a:pt x="0" y="118"/>
                    </a:lnTo>
                    <a:lnTo>
                      <a:pt x="0" y="107"/>
                    </a:lnTo>
                    <a:lnTo>
                      <a:pt x="357" y="63"/>
                    </a:lnTo>
                    <a:lnTo>
                      <a:pt x="359" y="10"/>
                    </a:lnTo>
                    <a:lnTo>
                      <a:pt x="0" y="45"/>
                    </a:lnTo>
                    <a:lnTo>
                      <a:pt x="0" y="33"/>
                    </a:lnTo>
                    <a:lnTo>
                      <a:pt x="363" y="0"/>
                    </a:lnTo>
                    <a:lnTo>
                      <a:pt x="360" y="71"/>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0" name="Google Shape;970;p32"/>
              <p:cNvSpPr/>
              <p:nvPr/>
            </p:nvSpPr>
            <p:spPr>
              <a:xfrm>
                <a:off x="1804113" y="2422938"/>
                <a:ext cx="1146175" cy="101600"/>
              </a:xfrm>
              <a:custGeom>
                <a:rect b="b" l="l" r="r" t="t"/>
                <a:pathLst>
                  <a:path extrusionOk="0" h="64" w="722">
                    <a:moveTo>
                      <a:pt x="0" y="20"/>
                    </a:moveTo>
                    <a:lnTo>
                      <a:pt x="339" y="0"/>
                    </a:lnTo>
                    <a:lnTo>
                      <a:pt x="722" y="31"/>
                    </a:lnTo>
                    <a:lnTo>
                      <a:pt x="359" y="64"/>
                    </a:lnTo>
                    <a:lnTo>
                      <a:pt x="0" y="20"/>
                    </a:lnTo>
                    <a:close/>
                  </a:path>
                </a:pathLst>
              </a:custGeom>
              <a:solidFill>
                <a:srgbClr val="FA7C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1" name="Google Shape;971;p32"/>
              <p:cNvSpPr/>
              <p:nvPr/>
            </p:nvSpPr>
            <p:spPr>
              <a:xfrm>
                <a:off x="1804113" y="2422938"/>
                <a:ext cx="1146175" cy="101600"/>
              </a:xfrm>
              <a:custGeom>
                <a:rect b="b" l="l" r="r" t="t"/>
                <a:pathLst>
                  <a:path extrusionOk="0" h="64" w="722">
                    <a:moveTo>
                      <a:pt x="0" y="20"/>
                    </a:moveTo>
                    <a:lnTo>
                      <a:pt x="339" y="0"/>
                    </a:lnTo>
                    <a:lnTo>
                      <a:pt x="722" y="31"/>
                    </a:lnTo>
                    <a:lnTo>
                      <a:pt x="359" y="64"/>
                    </a:lnTo>
                    <a:lnTo>
                      <a:pt x="0" y="2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2" name="Google Shape;972;p32"/>
              <p:cNvSpPr/>
              <p:nvPr/>
            </p:nvSpPr>
            <p:spPr>
              <a:xfrm>
                <a:off x="2399425" y="2597563"/>
                <a:ext cx="161925" cy="23813"/>
              </a:xfrm>
              <a:custGeom>
                <a:rect b="b" l="l" r="r" t="t"/>
                <a:pathLst>
                  <a:path extrusionOk="0" h="9" w="62">
                    <a:moveTo>
                      <a:pt x="49" y="0"/>
                    </a:moveTo>
                    <a:cubicBezTo>
                      <a:pt x="33" y="0"/>
                      <a:pt x="16" y="4"/>
                      <a:pt x="0" y="7"/>
                    </a:cubicBezTo>
                    <a:cubicBezTo>
                      <a:pt x="20" y="9"/>
                      <a:pt x="41" y="6"/>
                      <a:pt x="60" y="0"/>
                    </a:cubicBezTo>
                    <a:cubicBezTo>
                      <a:pt x="61" y="0"/>
                      <a:pt x="61" y="0"/>
                      <a:pt x="62" y="0"/>
                    </a:cubicBezTo>
                    <a:cubicBezTo>
                      <a:pt x="58" y="0"/>
                      <a:pt x="53" y="0"/>
                      <a:pt x="49"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3" name="Google Shape;973;p32"/>
              <p:cNvSpPr/>
              <p:nvPr/>
            </p:nvSpPr>
            <p:spPr>
              <a:xfrm>
                <a:off x="2485150" y="2565813"/>
                <a:ext cx="65088" cy="11113"/>
              </a:xfrm>
              <a:custGeom>
                <a:rect b="b" l="l" r="r" t="t"/>
                <a:pathLst>
                  <a:path extrusionOk="0" h="4" w="25">
                    <a:moveTo>
                      <a:pt x="0" y="3"/>
                    </a:moveTo>
                    <a:cubicBezTo>
                      <a:pt x="8" y="4"/>
                      <a:pt x="17" y="3"/>
                      <a:pt x="25" y="1"/>
                    </a:cubicBezTo>
                    <a:cubicBezTo>
                      <a:pt x="16" y="0"/>
                      <a:pt x="8"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4" name="Google Shape;974;p32"/>
              <p:cNvSpPr/>
              <p:nvPr/>
            </p:nvSpPr>
            <p:spPr>
              <a:xfrm>
                <a:off x="2570875" y="2568988"/>
                <a:ext cx="68263" cy="11113"/>
              </a:xfrm>
              <a:custGeom>
                <a:rect b="b" l="l" r="r" t="t"/>
                <a:pathLst>
                  <a:path extrusionOk="0" h="4" w="26">
                    <a:moveTo>
                      <a:pt x="0" y="3"/>
                    </a:moveTo>
                    <a:cubicBezTo>
                      <a:pt x="9" y="4"/>
                      <a:pt x="17" y="3"/>
                      <a:pt x="26" y="1"/>
                    </a:cubicBezTo>
                    <a:cubicBezTo>
                      <a:pt x="17" y="0"/>
                      <a:pt x="8"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5" name="Google Shape;975;p32"/>
              <p:cNvSpPr/>
              <p:nvPr/>
            </p:nvSpPr>
            <p:spPr>
              <a:xfrm>
                <a:off x="2756613" y="2519775"/>
                <a:ext cx="150813" cy="20638"/>
              </a:xfrm>
              <a:custGeom>
                <a:rect b="b" l="l" r="r" t="t"/>
                <a:pathLst>
                  <a:path extrusionOk="0" h="8" w="58">
                    <a:moveTo>
                      <a:pt x="0" y="6"/>
                    </a:moveTo>
                    <a:cubicBezTo>
                      <a:pt x="19" y="8"/>
                      <a:pt x="39" y="6"/>
                      <a:pt x="58" y="2"/>
                    </a:cubicBezTo>
                    <a:cubicBezTo>
                      <a:pt x="39" y="0"/>
                      <a:pt x="19" y="1"/>
                      <a:pt x="0" y="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6" name="Google Shape;976;p32"/>
              <p:cNvSpPr/>
              <p:nvPr/>
            </p:nvSpPr>
            <p:spPr>
              <a:xfrm>
                <a:off x="2129550" y="2535650"/>
                <a:ext cx="155575" cy="25400"/>
              </a:xfrm>
              <a:custGeom>
                <a:rect b="b" l="l" r="r" t="t"/>
                <a:pathLst>
                  <a:path extrusionOk="0" h="10" w="60">
                    <a:moveTo>
                      <a:pt x="59" y="9"/>
                    </a:moveTo>
                    <a:cubicBezTo>
                      <a:pt x="50" y="6"/>
                      <a:pt x="40" y="3"/>
                      <a:pt x="31" y="1"/>
                    </a:cubicBezTo>
                    <a:cubicBezTo>
                      <a:pt x="21" y="0"/>
                      <a:pt x="10" y="0"/>
                      <a:pt x="0" y="0"/>
                    </a:cubicBezTo>
                    <a:cubicBezTo>
                      <a:pt x="15" y="4"/>
                      <a:pt x="31" y="7"/>
                      <a:pt x="44" y="8"/>
                    </a:cubicBezTo>
                    <a:cubicBezTo>
                      <a:pt x="49" y="9"/>
                      <a:pt x="55" y="9"/>
                      <a:pt x="60" y="10"/>
                    </a:cubicBezTo>
                    <a:cubicBezTo>
                      <a:pt x="60" y="10"/>
                      <a:pt x="59" y="9"/>
                      <a:pt x="59" y="9"/>
                    </a:cubicBezTo>
                    <a:close/>
                  </a:path>
                </a:pathLst>
              </a:custGeom>
              <a:solidFill>
                <a:srgbClr val="E6F2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7" name="Google Shape;977;p32"/>
              <p:cNvSpPr/>
              <p:nvPr/>
            </p:nvSpPr>
            <p:spPr>
              <a:xfrm>
                <a:off x="2296238" y="2551525"/>
                <a:ext cx="41275" cy="6350"/>
              </a:xfrm>
              <a:custGeom>
                <a:rect b="b" l="l" r="r" t="t"/>
                <a:pathLst>
                  <a:path extrusionOk="0" h="3" w="16">
                    <a:moveTo>
                      <a:pt x="0" y="0"/>
                    </a:moveTo>
                    <a:cubicBezTo>
                      <a:pt x="5" y="2"/>
                      <a:pt x="11" y="3"/>
                      <a:pt x="16" y="3"/>
                    </a:cubicBezTo>
                    <a:cubicBezTo>
                      <a:pt x="11" y="1"/>
                      <a:pt x="6" y="0"/>
                      <a:pt x="0" y="0"/>
                    </a:cubicBezTo>
                    <a:close/>
                  </a:path>
                </a:pathLst>
              </a:custGeom>
              <a:solidFill>
                <a:srgbClr val="E6F2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8" name="Google Shape;978;p32"/>
              <p:cNvSpPr/>
              <p:nvPr/>
            </p:nvSpPr>
            <p:spPr>
              <a:xfrm>
                <a:off x="2297825" y="2565813"/>
                <a:ext cx="39688" cy="7938"/>
              </a:xfrm>
              <a:custGeom>
                <a:rect b="b" l="l" r="r" t="t"/>
                <a:pathLst>
                  <a:path extrusionOk="0" h="3" w="15">
                    <a:moveTo>
                      <a:pt x="0" y="1"/>
                    </a:moveTo>
                    <a:cubicBezTo>
                      <a:pt x="5" y="2"/>
                      <a:pt x="10" y="3"/>
                      <a:pt x="15" y="2"/>
                    </a:cubicBezTo>
                    <a:cubicBezTo>
                      <a:pt x="10" y="1"/>
                      <a:pt x="5" y="0"/>
                      <a:pt x="0" y="1"/>
                    </a:cubicBezTo>
                    <a:close/>
                  </a:path>
                </a:pathLst>
              </a:custGeom>
              <a:solidFill>
                <a:srgbClr val="E6F2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9" name="Google Shape;979;p32"/>
              <p:cNvSpPr/>
              <p:nvPr/>
            </p:nvSpPr>
            <p:spPr>
              <a:xfrm>
                <a:off x="1889838" y="2535650"/>
                <a:ext cx="125413" cy="20638"/>
              </a:xfrm>
              <a:custGeom>
                <a:rect b="b" l="l" r="r" t="t"/>
                <a:pathLst>
                  <a:path extrusionOk="0" h="8" w="48">
                    <a:moveTo>
                      <a:pt x="0" y="0"/>
                    </a:moveTo>
                    <a:cubicBezTo>
                      <a:pt x="16" y="5"/>
                      <a:pt x="32" y="8"/>
                      <a:pt x="48" y="8"/>
                    </a:cubicBezTo>
                    <a:cubicBezTo>
                      <a:pt x="33" y="2"/>
                      <a:pt x="17" y="0"/>
                      <a:pt x="0" y="0"/>
                    </a:cubicBezTo>
                    <a:close/>
                  </a:path>
                </a:pathLst>
              </a:custGeom>
              <a:solidFill>
                <a:srgbClr val="E6F2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0" name="Google Shape;980;p32"/>
              <p:cNvSpPr/>
              <p:nvPr/>
            </p:nvSpPr>
            <p:spPr>
              <a:xfrm>
                <a:off x="1804113" y="2422938"/>
                <a:ext cx="1146176" cy="101600"/>
              </a:xfrm>
              <a:custGeom>
                <a:rect b="b" l="l" r="r" t="t"/>
                <a:pathLst>
                  <a:path extrusionOk="0" h="39" w="441">
                    <a:moveTo>
                      <a:pt x="207" y="0"/>
                    </a:moveTo>
                    <a:cubicBezTo>
                      <a:pt x="167" y="2"/>
                      <a:pt x="167" y="2"/>
                      <a:pt x="167" y="2"/>
                    </a:cubicBezTo>
                    <a:cubicBezTo>
                      <a:pt x="169" y="11"/>
                      <a:pt x="173" y="20"/>
                      <a:pt x="179" y="27"/>
                    </a:cubicBezTo>
                    <a:cubicBezTo>
                      <a:pt x="180" y="28"/>
                      <a:pt x="180" y="28"/>
                      <a:pt x="180" y="28"/>
                    </a:cubicBezTo>
                    <a:cubicBezTo>
                      <a:pt x="103" y="14"/>
                      <a:pt x="103" y="14"/>
                      <a:pt x="103" y="14"/>
                    </a:cubicBezTo>
                    <a:cubicBezTo>
                      <a:pt x="101" y="11"/>
                      <a:pt x="99" y="9"/>
                      <a:pt x="97" y="6"/>
                    </a:cubicBezTo>
                    <a:cubicBezTo>
                      <a:pt x="0" y="12"/>
                      <a:pt x="0" y="12"/>
                      <a:pt x="0" y="12"/>
                    </a:cubicBezTo>
                    <a:cubicBezTo>
                      <a:pt x="219" y="39"/>
                      <a:pt x="219" y="39"/>
                      <a:pt x="219" y="39"/>
                    </a:cubicBezTo>
                    <a:cubicBezTo>
                      <a:pt x="441" y="19"/>
                      <a:pt x="441" y="19"/>
                      <a:pt x="441" y="19"/>
                    </a:cubicBezTo>
                    <a:cubicBezTo>
                      <a:pt x="207" y="0"/>
                      <a:pt x="207" y="0"/>
                      <a:pt x="207" y="0"/>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1" name="Google Shape;981;p32"/>
              <p:cNvSpPr/>
              <p:nvPr/>
            </p:nvSpPr>
            <p:spPr>
              <a:xfrm>
                <a:off x="2024775" y="2284825"/>
                <a:ext cx="250825" cy="211138"/>
              </a:xfrm>
              <a:custGeom>
                <a:rect b="b" l="l" r="r" t="t"/>
                <a:pathLst>
                  <a:path extrusionOk="0" h="81" w="96">
                    <a:moveTo>
                      <a:pt x="94" y="80"/>
                    </a:moveTo>
                    <a:cubicBezTo>
                      <a:pt x="76" y="59"/>
                      <a:pt x="77" y="25"/>
                      <a:pt x="96" y="4"/>
                    </a:cubicBezTo>
                    <a:cubicBezTo>
                      <a:pt x="18" y="0"/>
                      <a:pt x="18" y="0"/>
                      <a:pt x="18" y="0"/>
                    </a:cubicBezTo>
                    <a:cubicBezTo>
                      <a:pt x="1" y="18"/>
                      <a:pt x="0" y="49"/>
                      <a:pt x="18" y="67"/>
                    </a:cubicBezTo>
                    <a:cubicBezTo>
                      <a:pt x="95" y="81"/>
                      <a:pt x="95" y="81"/>
                      <a:pt x="95" y="81"/>
                    </a:cubicBezTo>
                    <a:cubicBezTo>
                      <a:pt x="94" y="80"/>
                      <a:pt x="94" y="80"/>
                      <a:pt x="94" y="8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2" name="Google Shape;982;p32"/>
              <p:cNvSpPr/>
              <p:nvPr/>
            </p:nvSpPr>
            <p:spPr>
              <a:xfrm>
                <a:off x="2072400" y="2278475"/>
                <a:ext cx="717550" cy="22225"/>
              </a:xfrm>
              <a:custGeom>
                <a:rect b="b" l="l" r="r" t="t"/>
                <a:pathLst>
                  <a:path extrusionOk="0" h="9" w="276">
                    <a:moveTo>
                      <a:pt x="276" y="5"/>
                    </a:moveTo>
                    <a:cubicBezTo>
                      <a:pt x="239" y="5"/>
                      <a:pt x="147" y="9"/>
                      <a:pt x="77" y="8"/>
                    </a:cubicBezTo>
                    <a:cubicBezTo>
                      <a:pt x="43" y="8"/>
                      <a:pt x="17" y="5"/>
                      <a:pt x="0" y="3"/>
                    </a:cubicBezTo>
                    <a:cubicBezTo>
                      <a:pt x="62" y="2"/>
                      <a:pt x="215" y="0"/>
                      <a:pt x="276"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3" name="Google Shape;983;p32"/>
              <p:cNvSpPr/>
              <p:nvPr/>
            </p:nvSpPr>
            <p:spPr>
              <a:xfrm>
                <a:off x="2223213" y="2291175"/>
                <a:ext cx="566738" cy="204788"/>
              </a:xfrm>
              <a:custGeom>
                <a:rect b="b" l="l" r="r" t="t"/>
                <a:pathLst>
                  <a:path extrusionOk="0" h="79" w="218">
                    <a:moveTo>
                      <a:pt x="14" y="56"/>
                    </a:moveTo>
                    <a:cubicBezTo>
                      <a:pt x="16" y="62"/>
                      <a:pt x="18" y="67"/>
                      <a:pt x="22" y="72"/>
                    </a:cubicBezTo>
                    <a:cubicBezTo>
                      <a:pt x="214" y="63"/>
                      <a:pt x="214" y="63"/>
                      <a:pt x="214" y="63"/>
                    </a:cubicBezTo>
                    <a:cubicBezTo>
                      <a:pt x="216" y="63"/>
                      <a:pt x="216" y="63"/>
                      <a:pt x="216" y="63"/>
                    </a:cubicBezTo>
                    <a:cubicBezTo>
                      <a:pt x="216" y="70"/>
                      <a:pt x="216" y="70"/>
                      <a:pt x="216" y="70"/>
                    </a:cubicBezTo>
                    <a:cubicBezTo>
                      <a:pt x="19" y="79"/>
                      <a:pt x="19" y="79"/>
                      <a:pt x="19" y="79"/>
                    </a:cubicBezTo>
                    <a:cubicBezTo>
                      <a:pt x="0" y="59"/>
                      <a:pt x="1" y="23"/>
                      <a:pt x="20" y="2"/>
                    </a:cubicBezTo>
                    <a:cubicBezTo>
                      <a:pt x="218" y="0"/>
                      <a:pt x="218" y="0"/>
                      <a:pt x="218" y="0"/>
                    </a:cubicBezTo>
                    <a:cubicBezTo>
                      <a:pt x="218" y="7"/>
                      <a:pt x="218" y="7"/>
                      <a:pt x="218" y="7"/>
                    </a:cubicBezTo>
                    <a:cubicBezTo>
                      <a:pt x="213" y="7"/>
                      <a:pt x="213" y="7"/>
                      <a:pt x="213" y="7"/>
                    </a:cubicBezTo>
                    <a:cubicBezTo>
                      <a:pt x="22" y="10"/>
                      <a:pt x="22" y="10"/>
                      <a:pt x="22" y="10"/>
                    </a:cubicBezTo>
                    <a:cubicBezTo>
                      <a:pt x="12" y="23"/>
                      <a:pt x="9" y="41"/>
                      <a:pt x="14" y="56"/>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4" name="Google Shape;984;p32"/>
              <p:cNvSpPr/>
              <p:nvPr/>
            </p:nvSpPr>
            <p:spPr>
              <a:xfrm>
                <a:off x="2247025" y="2308638"/>
                <a:ext cx="530225" cy="166688"/>
              </a:xfrm>
              <a:custGeom>
                <a:rect b="b" l="l" r="r" t="t"/>
                <a:pathLst>
                  <a:path extrusionOk="0" h="64" w="204">
                    <a:moveTo>
                      <a:pt x="5" y="50"/>
                    </a:moveTo>
                    <a:cubicBezTo>
                      <a:pt x="0" y="34"/>
                      <a:pt x="3" y="16"/>
                      <a:pt x="13" y="3"/>
                    </a:cubicBezTo>
                    <a:cubicBezTo>
                      <a:pt x="204" y="0"/>
                      <a:pt x="204" y="0"/>
                      <a:pt x="204" y="0"/>
                    </a:cubicBezTo>
                    <a:cubicBezTo>
                      <a:pt x="204" y="0"/>
                      <a:pt x="202" y="56"/>
                      <a:pt x="202" y="56"/>
                    </a:cubicBezTo>
                    <a:cubicBezTo>
                      <a:pt x="13" y="64"/>
                      <a:pt x="13" y="64"/>
                      <a:pt x="13" y="64"/>
                    </a:cubicBezTo>
                    <a:cubicBezTo>
                      <a:pt x="10" y="60"/>
                      <a:pt x="7" y="55"/>
                      <a:pt x="5" y="5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5" name="Google Shape;985;p32"/>
              <p:cNvSpPr/>
              <p:nvPr/>
            </p:nvSpPr>
            <p:spPr>
              <a:xfrm>
                <a:off x="2770900" y="2451513"/>
                <a:ext cx="14288" cy="3175"/>
              </a:xfrm>
              <a:custGeom>
                <a:rect b="b" l="l" r="r" t="t"/>
                <a:pathLst>
                  <a:path extrusionOk="0" h="1" w="5">
                    <a:moveTo>
                      <a:pt x="0" y="0"/>
                    </a:moveTo>
                    <a:cubicBezTo>
                      <a:pt x="5" y="1"/>
                      <a:pt x="5" y="1"/>
                      <a:pt x="5" y="1"/>
                    </a:cubicBezTo>
                    <a:cubicBezTo>
                      <a:pt x="4" y="1"/>
                      <a:pt x="2" y="1"/>
                      <a:pt x="0" y="1"/>
                    </a:cubicBezTo>
                    <a:lnTo>
                      <a:pt x="0" y="0"/>
                    </a:lnTo>
                    <a:close/>
                  </a:path>
                </a:pathLst>
              </a:custGeom>
              <a:solidFill>
                <a:srgbClr val="3AAA9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6" name="Google Shape;986;p32"/>
              <p:cNvSpPr/>
              <p:nvPr/>
            </p:nvSpPr>
            <p:spPr>
              <a:xfrm>
                <a:off x="2280363" y="2451513"/>
                <a:ext cx="498475" cy="26988"/>
              </a:xfrm>
              <a:custGeom>
                <a:rect b="b" l="l" r="r" t="t"/>
                <a:pathLst>
                  <a:path extrusionOk="0" h="10" w="192">
                    <a:moveTo>
                      <a:pt x="192" y="1"/>
                    </a:moveTo>
                    <a:cubicBezTo>
                      <a:pt x="0" y="10"/>
                      <a:pt x="0" y="10"/>
                      <a:pt x="0" y="10"/>
                    </a:cubicBezTo>
                    <a:cubicBezTo>
                      <a:pt x="0" y="9"/>
                      <a:pt x="0" y="9"/>
                      <a:pt x="0" y="9"/>
                    </a:cubicBezTo>
                    <a:cubicBezTo>
                      <a:pt x="2" y="10"/>
                      <a:pt x="190" y="0"/>
                      <a:pt x="192" y="1"/>
                    </a:cubicBezTo>
                    <a:close/>
                  </a:path>
                </a:pathLst>
              </a:custGeom>
              <a:solidFill>
                <a:srgbClr val="3AAA9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7" name="Google Shape;987;p32"/>
              <p:cNvSpPr/>
              <p:nvPr/>
            </p:nvSpPr>
            <p:spPr>
              <a:xfrm>
                <a:off x="2153363" y="2291175"/>
                <a:ext cx="41275" cy="188913"/>
              </a:xfrm>
              <a:custGeom>
                <a:rect b="b" l="l" r="r" t="t"/>
                <a:pathLst>
                  <a:path extrusionOk="0" h="73" w="16">
                    <a:moveTo>
                      <a:pt x="7" y="39"/>
                    </a:moveTo>
                    <a:cubicBezTo>
                      <a:pt x="7" y="26"/>
                      <a:pt x="10" y="12"/>
                      <a:pt x="16" y="1"/>
                    </a:cubicBezTo>
                    <a:cubicBezTo>
                      <a:pt x="9" y="0"/>
                      <a:pt x="9" y="0"/>
                      <a:pt x="9" y="0"/>
                    </a:cubicBezTo>
                    <a:cubicBezTo>
                      <a:pt x="3" y="12"/>
                      <a:pt x="0" y="26"/>
                      <a:pt x="0" y="39"/>
                    </a:cubicBezTo>
                    <a:cubicBezTo>
                      <a:pt x="0" y="50"/>
                      <a:pt x="2" y="61"/>
                      <a:pt x="5" y="72"/>
                    </a:cubicBezTo>
                    <a:cubicBezTo>
                      <a:pt x="12" y="73"/>
                      <a:pt x="12" y="73"/>
                      <a:pt x="12" y="73"/>
                    </a:cubicBezTo>
                    <a:cubicBezTo>
                      <a:pt x="9" y="62"/>
                      <a:pt x="7" y="51"/>
                      <a:pt x="7" y="39"/>
                    </a:cubicBezTo>
                    <a:close/>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8" name="Google Shape;988;p32"/>
              <p:cNvSpPr/>
              <p:nvPr/>
            </p:nvSpPr>
            <p:spPr>
              <a:xfrm>
                <a:off x="2189875" y="2292763"/>
                <a:ext cx="46038" cy="195263"/>
              </a:xfrm>
              <a:custGeom>
                <a:rect b="b" l="l" r="r" t="t"/>
                <a:pathLst>
                  <a:path extrusionOk="0" h="75" w="18">
                    <a:moveTo>
                      <a:pt x="7" y="39"/>
                    </a:moveTo>
                    <a:cubicBezTo>
                      <a:pt x="7" y="25"/>
                      <a:pt x="11" y="12"/>
                      <a:pt x="18" y="1"/>
                    </a:cubicBezTo>
                    <a:cubicBezTo>
                      <a:pt x="11" y="0"/>
                      <a:pt x="11" y="0"/>
                      <a:pt x="11" y="0"/>
                    </a:cubicBezTo>
                    <a:cubicBezTo>
                      <a:pt x="4" y="12"/>
                      <a:pt x="1" y="25"/>
                      <a:pt x="0" y="39"/>
                    </a:cubicBezTo>
                    <a:cubicBezTo>
                      <a:pt x="0" y="51"/>
                      <a:pt x="3" y="63"/>
                      <a:pt x="7" y="74"/>
                    </a:cubicBezTo>
                    <a:cubicBezTo>
                      <a:pt x="15" y="75"/>
                      <a:pt x="15" y="75"/>
                      <a:pt x="15" y="75"/>
                    </a:cubicBezTo>
                    <a:cubicBezTo>
                      <a:pt x="9" y="64"/>
                      <a:pt x="7" y="52"/>
                      <a:pt x="7" y="39"/>
                    </a:cubicBezTo>
                    <a:close/>
                  </a:path>
                </a:pathLst>
              </a:cu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9" name="Google Shape;989;p32"/>
              <p:cNvSpPr/>
              <p:nvPr/>
            </p:nvSpPr>
            <p:spPr>
              <a:xfrm>
                <a:off x="2051763" y="2343563"/>
                <a:ext cx="20700" cy="57300"/>
              </a:xfrm>
              <a:prstGeom prst="ellipse">
                <a:avLst/>
              </a:prstGeom>
              <a:solidFill>
                <a:srgbClr val="323B5C">
                  <a:alpha val="310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0" name="Google Shape;990;p32"/>
              <p:cNvSpPr/>
              <p:nvPr/>
            </p:nvSpPr>
            <p:spPr>
              <a:xfrm>
                <a:off x="2348625" y="2329275"/>
                <a:ext cx="176213" cy="19050"/>
              </a:xfrm>
              <a:custGeom>
                <a:rect b="b" l="l" r="r" t="t"/>
                <a:pathLst>
                  <a:path extrusionOk="0" h="7" w="68">
                    <a:moveTo>
                      <a:pt x="35" y="0"/>
                    </a:moveTo>
                    <a:cubicBezTo>
                      <a:pt x="23" y="0"/>
                      <a:pt x="11" y="2"/>
                      <a:pt x="0" y="4"/>
                    </a:cubicBezTo>
                    <a:cubicBezTo>
                      <a:pt x="23" y="7"/>
                      <a:pt x="46" y="6"/>
                      <a:pt x="68" y="2"/>
                    </a:cubicBezTo>
                    <a:cubicBezTo>
                      <a:pt x="57" y="1"/>
                      <a:pt x="46" y="0"/>
                      <a:pt x="35"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1" name="Google Shape;991;p32"/>
              <p:cNvSpPr/>
              <p:nvPr/>
            </p:nvSpPr>
            <p:spPr>
              <a:xfrm>
                <a:off x="2574050" y="2311813"/>
                <a:ext cx="174625" cy="20638"/>
              </a:xfrm>
              <a:custGeom>
                <a:rect b="b" l="l" r="r" t="t"/>
                <a:pathLst>
                  <a:path extrusionOk="0" h="8" w="67">
                    <a:moveTo>
                      <a:pt x="65" y="3"/>
                    </a:moveTo>
                    <a:cubicBezTo>
                      <a:pt x="44" y="0"/>
                      <a:pt x="22" y="1"/>
                      <a:pt x="0" y="6"/>
                    </a:cubicBezTo>
                    <a:cubicBezTo>
                      <a:pt x="17" y="7"/>
                      <a:pt x="34" y="8"/>
                      <a:pt x="51" y="5"/>
                    </a:cubicBezTo>
                    <a:cubicBezTo>
                      <a:pt x="56" y="4"/>
                      <a:pt x="62" y="4"/>
                      <a:pt x="67" y="3"/>
                    </a:cubicBezTo>
                    <a:cubicBezTo>
                      <a:pt x="66" y="3"/>
                      <a:pt x="66" y="3"/>
                      <a:pt x="65"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2" name="Google Shape;992;p32"/>
              <p:cNvSpPr/>
              <p:nvPr/>
            </p:nvSpPr>
            <p:spPr>
              <a:xfrm>
                <a:off x="2713750" y="2332450"/>
                <a:ext cx="31750" cy="4763"/>
              </a:xfrm>
              <a:custGeom>
                <a:rect b="b" l="l" r="r" t="t"/>
                <a:pathLst>
                  <a:path extrusionOk="0" h="2" w="12">
                    <a:moveTo>
                      <a:pt x="0" y="1"/>
                    </a:moveTo>
                    <a:cubicBezTo>
                      <a:pt x="4" y="2"/>
                      <a:pt x="8" y="1"/>
                      <a:pt x="12" y="1"/>
                    </a:cubicBezTo>
                    <a:cubicBezTo>
                      <a:pt x="8" y="0"/>
                      <a:pt x="4" y="0"/>
                      <a:pt x="0" y="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3" name="Google Shape;993;p32"/>
              <p:cNvSpPr/>
              <p:nvPr/>
            </p:nvSpPr>
            <p:spPr>
              <a:xfrm>
                <a:off x="2591513" y="2345150"/>
                <a:ext cx="34925" cy="4763"/>
              </a:xfrm>
              <a:custGeom>
                <a:rect b="b" l="l" r="r" t="t"/>
                <a:pathLst>
                  <a:path extrusionOk="0" h="2" w="13">
                    <a:moveTo>
                      <a:pt x="0" y="2"/>
                    </a:moveTo>
                    <a:cubicBezTo>
                      <a:pt x="4" y="2"/>
                      <a:pt x="9" y="2"/>
                      <a:pt x="13" y="1"/>
                    </a:cubicBezTo>
                    <a:cubicBezTo>
                      <a:pt x="8" y="0"/>
                      <a:pt x="4" y="1"/>
                      <a:pt x="0" y="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4" name="Google Shape;994;p32"/>
              <p:cNvSpPr/>
              <p:nvPr/>
            </p:nvSpPr>
            <p:spPr>
              <a:xfrm>
                <a:off x="2537538" y="2430875"/>
                <a:ext cx="80963" cy="11113"/>
              </a:xfrm>
              <a:custGeom>
                <a:rect b="b" l="l" r="r" t="t"/>
                <a:pathLst>
                  <a:path extrusionOk="0" h="4" w="31">
                    <a:moveTo>
                      <a:pt x="0" y="3"/>
                    </a:moveTo>
                    <a:cubicBezTo>
                      <a:pt x="10" y="4"/>
                      <a:pt x="21" y="3"/>
                      <a:pt x="31" y="1"/>
                    </a:cubicBezTo>
                    <a:cubicBezTo>
                      <a:pt x="21" y="0"/>
                      <a:pt x="10"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5" name="Google Shape;995;p32"/>
              <p:cNvSpPr/>
              <p:nvPr/>
            </p:nvSpPr>
            <p:spPr>
              <a:xfrm>
                <a:off x="2283538" y="2361025"/>
                <a:ext cx="95250" cy="11113"/>
              </a:xfrm>
              <a:custGeom>
                <a:rect b="b" l="l" r="r" t="t"/>
                <a:pathLst>
                  <a:path extrusionOk="0" h="4" w="37">
                    <a:moveTo>
                      <a:pt x="0" y="2"/>
                    </a:moveTo>
                    <a:cubicBezTo>
                      <a:pt x="12" y="4"/>
                      <a:pt x="24" y="4"/>
                      <a:pt x="37" y="2"/>
                    </a:cubicBezTo>
                    <a:cubicBezTo>
                      <a:pt x="24" y="0"/>
                      <a:pt x="12" y="0"/>
                      <a:pt x="0" y="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6" name="Google Shape;996;p32"/>
              <p:cNvSpPr/>
              <p:nvPr/>
            </p:nvSpPr>
            <p:spPr>
              <a:xfrm>
                <a:off x="2345450" y="2389600"/>
                <a:ext cx="52388" cy="7938"/>
              </a:xfrm>
              <a:custGeom>
                <a:rect b="b" l="l" r="r" t="t"/>
                <a:pathLst>
                  <a:path extrusionOk="0" h="3" w="20">
                    <a:moveTo>
                      <a:pt x="0" y="3"/>
                    </a:moveTo>
                    <a:cubicBezTo>
                      <a:pt x="7" y="3"/>
                      <a:pt x="14" y="3"/>
                      <a:pt x="20" y="1"/>
                    </a:cubicBezTo>
                    <a:cubicBezTo>
                      <a:pt x="14" y="0"/>
                      <a:pt x="7" y="1"/>
                      <a:pt x="0" y="3"/>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7" name="Google Shape;997;p32"/>
              <p:cNvSpPr/>
              <p:nvPr/>
            </p:nvSpPr>
            <p:spPr>
              <a:xfrm>
                <a:off x="2647075" y="2321338"/>
                <a:ext cx="52388" cy="114300"/>
              </a:xfrm>
              <a:custGeom>
                <a:rect b="b" l="l" r="r" t="t"/>
                <a:pathLst>
                  <a:path extrusionOk="0" h="72" w="33">
                    <a:moveTo>
                      <a:pt x="0" y="0"/>
                    </a:moveTo>
                    <a:lnTo>
                      <a:pt x="16" y="0"/>
                    </a:lnTo>
                    <a:lnTo>
                      <a:pt x="18" y="0"/>
                    </a:lnTo>
                    <a:lnTo>
                      <a:pt x="33" y="0"/>
                    </a:lnTo>
                    <a:lnTo>
                      <a:pt x="33" y="69"/>
                    </a:lnTo>
                    <a:lnTo>
                      <a:pt x="16" y="58"/>
                    </a:lnTo>
                    <a:lnTo>
                      <a:pt x="0" y="72"/>
                    </a:ln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98" name="Google Shape;998;p32"/>
            <p:cNvSpPr/>
            <p:nvPr/>
          </p:nvSpPr>
          <p:spPr>
            <a:xfrm>
              <a:off x="6166375" y="411282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9" name="Google Shape;999;p32"/>
            <p:cNvSpPr/>
            <p:nvPr/>
          </p:nvSpPr>
          <p:spPr>
            <a:xfrm rot="-5400000">
              <a:off x="7689927" y="1746275"/>
              <a:ext cx="197729" cy="449225"/>
            </a:xfrm>
            <a:custGeom>
              <a:rect b="b" l="l" r="r" t="t"/>
              <a:pathLst>
                <a:path extrusionOk="0" h="161" w="71">
                  <a:moveTo>
                    <a:pt x="18" y="74"/>
                  </a:moveTo>
                  <a:cubicBezTo>
                    <a:pt x="33" y="13"/>
                    <a:pt x="33" y="13"/>
                    <a:pt x="33" y="13"/>
                  </a:cubicBezTo>
                  <a:cubicBezTo>
                    <a:pt x="35" y="5"/>
                    <a:pt x="41" y="0"/>
                    <a:pt x="49" y="1"/>
                  </a:cubicBezTo>
                  <a:cubicBezTo>
                    <a:pt x="53" y="1"/>
                    <a:pt x="56" y="2"/>
                    <a:pt x="60" y="3"/>
                  </a:cubicBezTo>
                  <a:cubicBezTo>
                    <a:pt x="65" y="4"/>
                    <a:pt x="69" y="8"/>
                    <a:pt x="70" y="13"/>
                  </a:cubicBezTo>
                  <a:cubicBezTo>
                    <a:pt x="71" y="16"/>
                    <a:pt x="71" y="19"/>
                    <a:pt x="70" y="22"/>
                  </a:cubicBezTo>
                  <a:cubicBezTo>
                    <a:pt x="62" y="54"/>
                    <a:pt x="54" y="87"/>
                    <a:pt x="45" y="120"/>
                  </a:cubicBezTo>
                  <a:cubicBezTo>
                    <a:pt x="45" y="121"/>
                    <a:pt x="45" y="122"/>
                    <a:pt x="44" y="124"/>
                  </a:cubicBezTo>
                  <a:cubicBezTo>
                    <a:pt x="41" y="129"/>
                    <a:pt x="36" y="133"/>
                    <a:pt x="30" y="132"/>
                  </a:cubicBezTo>
                  <a:cubicBezTo>
                    <a:pt x="23" y="132"/>
                    <a:pt x="18" y="128"/>
                    <a:pt x="16" y="121"/>
                  </a:cubicBezTo>
                  <a:cubicBezTo>
                    <a:pt x="16" y="119"/>
                    <a:pt x="16" y="115"/>
                    <a:pt x="16" y="113"/>
                  </a:cubicBezTo>
                  <a:cubicBezTo>
                    <a:pt x="19" y="103"/>
                    <a:pt x="21" y="93"/>
                    <a:pt x="24" y="84"/>
                  </a:cubicBezTo>
                  <a:cubicBezTo>
                    <a:pt x="25" y="80"/>
                    <a:pt x="26" y="76"/>
                    <a:pt x="27" y="72"/>
                  </a:cubicBezTo>
                  <a:cubicBezTo>
                    <a:pt x="28" y="69"/>
                    <a:pt x="31" y="71"/>
                    <a:pt x="31" y="73"/>
                  </a:cubicBezTo>
                  <a:cubicBezTo>
                    <a:pt x="31" y="73"/>
                    <a:pt x="31" y="74"/>
                    <a:pt x="31" y="74"/>
                  </a:cubicBezTo>
                  <a:cubicBezTo>
                    <a:pt x="27" y="88"/>
                    <a:pt x="24" y="101"/>
                    <a:pt x="21" y="114"/>
                  </a:cubicBezTo>
                  <a:cubicBezTo>
                    <a:pt x="19" y="120"/>
                    <a:pt x="22" y="125"/>
                    <a:pt x="26" y="127"/>
                  </a:cubicBezTo>
                  <a:cubicBezTo>
                    <a:pt x="32" y="129"/>
                    <a:pt x="37" y="127"/>
                    <a:pt x="40" y="122"/>
                  </a:cubicBezTo>
                  <a:cubicBezTo>
                    <a:pt x="40" y="121"/>
                    <a:pt x="41" y="119"/>
                    <a:pt x="41" y="118"/>
                  </a:cubicBezTo>
                  <a:cubicBezTo>
                    <a:pt x="49" y="86"/>
                    <a:pt x="57" y="54"/>
                    <a:pt x="65" y="22"/>
                  </a:cubicBezTo>
                  <a:cubicBezTo>
                    <a:pt x="66" y="21"/>
                    <a:pt x="66" y="20"/>
                    <a:pt x="66" y="20"/>
                  </a:cubicBezTo>
                  <a:cubicBezTo>
                    <a:pt x="67" y="15"/>
                    <a:pt x="65" y="10"/>
                    <a:pt x="61" y="8"/>
                  </a:cubicBezTo>
                  <a:cubicBezTo>
                    <a:pt x="56" y="6"/>
                    <a:pt x="52" y="5"/>
                    <a:pt x="47" y="5"/>
                  </a:cubicBezTo>
                  <a:cubicBezTo>
                    <a:pt x="42" y="6"/>
                    <a:pt x="39" y="9"/>
                    <a:pt x="38" y="14"/>
                  </a:cubicBezTo>
                  <a:cubicBezTo>
                    <a:pt x="27" y="54"/>
                    <a:pt x="17" y="95"/>
                    <a:pt x="7" y="136"/>
                  </a:cubicBezTo>
                  <a:cubicBezTo>
                    <a:pt x="5" y="142"/>
                    <a:pt x="8" y="147"/>
                    <a:pt x="13" y="151"/>
                  </a:cubicBezTo>
                  <a:cubicBezTo>
                    <a:pt x="16" y="154"/>
                    <a:pt x="20" y="154"/>
                    <a:pt x="24" y="155"/>
                  </a:cubicBezTo>
                  <a:cubicBezTo>
                    <a:pt x="33" y="157"/>
                    <a:pt x="41" y="152"/>
                    <a:pt x="43" y="143"/>
                  </a:cubicBezTo>
                  <a:cubicBezTo>
                    <a:pt x="49" y="120"/>
                    <a:pt x="55" y="97"/>
                    <a:pt x="61" y="74"/>
                  </a:cubicBezTo>
                  <a:cubicBezTo>
                    <a:pt x="61" y="73"/>
                    <a:pt x="61" y="73"/>
                    <a:pt x="61" y="73"/>
                  </a:cubicBezTo>
                  <a:cubicBezTo>
                    <a:pt x="61" y="71"/>
                    <a:pt x="65" y="72"/>
                    <a:pt x="65" y="75"/>
                  </a:cubicBezTo>
                  <a:cubicBezTo>
                    <a:pt x="59" y="98"/>
                    <a:pt x="53" y="122"/>
                    <a:pt x="47" y="145"/>
                  </a:cubicBezTo>
                  <a:cubicBezTo>
                    <a:pt x="45" y="153"/>
                    <a:pt x="39" y="159"/>
                    <a:pt x="31" y="160"/>
                  </a:cubicBezTo>
                  <a:cubicBezTo>
                    <a:pt x="25" y="161"/>
                    <a:pt x="19" y="159"/>
                    <a:pt x="13" y="156"/>
                  </a:cubicBezTo>
                  <a:cubicBezTo>
                    <a:pt x="6" y="153"/>
                    <a:pt x="0" y="144"/>
                    <a:pt x="3" y="134"/>
                  </a:cubicBezTo>
                  <a:cubicBezTo>
                    <a:pt x="8" y="114"/>
                    <a:pt x="13" y="94"/>
                    <a:pt x="18" y="7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00" name="Google Shape;1000;p32"/>
            <p:cNvGrpSpPr/>
            <p:nvPr/>
          </p:nvGrpSpPr>
          <p:grpSpPr>
            <a:xfrm>
              <a:off x="6656100" y="1403887"/>
              <a:ext cx="724435" cy="513308"/>
              <a:chOff x="6180688" y="2320538"/>
              <a:chExt cx="1149350" cy="814387"/>
            </a:xfrm>
          </p:grpSpPr>
          <p:sp>
            <p:nvSpPr>
              <p:cNvPr id="1001" name="Google Shape;1001;p32"/>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2" name="Google Shape;1002;p32"/>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3" name="Google Shape;1003;p32"/>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4" name="Google Shape;1004;p32"/>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5" name="Google Shape;1005;p32"/>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6" name="Google Shape;1006;p32"/>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7" name="Google Shape;1007;p32"/>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8" name="Google Shape;1008;p32"/>
            <p:cNvGrpSpPr/>
            <p:nvPr/>
          </p:nvGrpSpPr>
          <p:grpSpPr>
            <a:xfrm rot="-7360738">
              <a:off x="7094488" y="2356712"/>
              <a:ext cx="724395" cy="513280"/>
              <a:chOff x="6180688" y="2320538"/>
              <a:chExt cx="1149350" cy="814387"/>
            </a:xfrm>
          </p:grpSpPr>
          <p:sp>
            <p:nvSpPr>
              <p:cNvPr id="1009" name="Google Shape;1009;p32"/>
              <p:cNvSpPr/>
              <p:nvPr/>
            </p:nvSpPr>
            <p:spPr>
              <a:xfrm>
                <a:off x="7010950" y="2320538"/>
                <a:ext cx="319088" cy="261938"/>
              </a:xfrm>
              <a:custGeom>
                <a:rect b="b" l="l" r="r" t="t"/>
                <a:pathLst>
                  <a:path extrusionOk="0" h="86" w="105">
                    <a:moveTo>
                      <a:pt x="6" y="24"/>
                    </a:moveTo>
                    <a:cubicBezTo>
                      <a:pt x="7" y="23"/>
                      <a:pt x="9" y="23"/>
                      <a:pt x="10" y="23"/>
                    </a:cubicBezTo>
                    <a:cubicBezTo>
                      <a:pt x="96" y="1"/>
                      <a:pt x="96" y="1"/>
                      <a:pt x="96" y="1"/>
                    </a:cubicBezTo>
                    <a:cubicBezTo>
                      <a:pt x="99" y="0"/>
                      <a:pt x="102" y="1"/>
                      <a:pt x="104" y="3"/>
                    </a:cubicBezTo>
                    <a:cubicBezTo>
                      <a:pt x="105" y="5"/>
                      <a:pt x="105" y="9"/>
                      <a:pt x="103" y="11"/>
                    </a:cubicBezTo>
                    <a:cubicBezTo>
                      <a:pt x="48" y="82"/>
                      <a:pt x="48" y="82"/>
                      <a:pt x="48" y="82"/>
                    </a:cubicBezTo>
                    <a:cubicBezTo>
                      <a:pt x="46" y="84"/>
                      <a:pt x="43" y="86"/>
                      <a:pt x="41" y="86"/>
                    </a:cubicBezTo>
                    <a:cubicBezTo>
                      <a:pt x="38" y="86"/>
                      <a:pt x="36" y="85"/>
                      <a:pt x="34" y="83"/>
                    </a:cubicBezTo>
                    <a:cubicBezTo>
                      <a:pt x="3" y="35"/>
                      <a:pt x="3" y="35"/>
                      <a:pt x="3" y="35"/>
                    </a:cubicBezTo>
                    <a:cubicBezTo>
                      <a:pt x="3" y="35"/>
                      <a:pt x="3" y="35"/>
                      <a:pt x="3" y="35"/>
                    </a:cubicBezTo>
                    <a:cubicBezTo>
                      <a:pt x="0" y="31"/>
                      <a:pt x="2" y="27"/>
                      <a:pt x="6"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0" name="Google Shape;1010;p32"/>
              <p:cNvSpPr/>
              <p:nvPr/>
            </p:nvSpPr>
            <p:spPr>
              <a:xfrm>
                <a:off x="6180688" y="2379275"/>
                <a:ext cx="976313" cy="755650"/>
              </a:xfrm>
              <a:custGeom>
                <a:rect b="b" l="l" r="r" t="t"/>
                <a:pathLst>
                  <a:path extrusionOk="0" h="248" w="321">
                    <a:moveTo>
                      <a:pt x="17" y="166"/>
                    </a:moveTo>
                    <a:cubicBezTo>
                      <a:pt x="5" y="173"/>
                      <a:pt x="0" y="187"/>
                      <a:pt x="6" y="196"/>
                    </a:cubicBezTo>
                    <a:cubicBezTo>
                      <a:pt x="34" y="238"/>
                      <a:pt x="34" y="238"/>
                      <a:pt x="34" y="238"/>
                    </a:cubicBezTo>
                    <a:cubicBezTo>
                      <a:pt x="40" y="247"/>
                      <a:pt x="54" y="248"/>
                      <a:pt x="66" y="241"/>
                    </a:cubicBezTo>
                    <a:cubicBezTo>
                      <a:pt x="308" y="82"/>
                      <a:pt x="308" y="82"/>
                      <a:pt x="308" y="82"/>
                    </a:cubicBezTo>
                    <a:cubicBezTo>
                      <a:pt x="320" y="75"/>
                      <a:pt x="321" y="68"/>
                      <a:pt x="315" y="59"/>
                    </a:cubicBezTo>
                    <a:cubicBezTo>
                      <a:pt x="283" y="10"/>
                      <a:pt x="283" y="10"/>
                      <a:pt x="283" y="10"/>
                    </a:cubicBezTo>
                    <a:cubicBezTo>
                      <a:pt x="277" y="1"/>
                      <a:pt x="271" y="0"/>
                      <a:pt x="259" y="7"/>
                    </a:cubicBezTo>
                    <a:lnTo>
                      <a:pt x="17" y="16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1" name="Google Shape;1011;p32"/>
              <p:cNvSpPr/>
              <p:nvPr/>
            </p:nvSpPr>
            <p:spPr>
              <a:xfrm>
                <a:off x="6898238" y="2425313"/>
                <a:ext cx="185738" cy="252413"/>
              </a:xfrm>
              <a:custGeom>
                <a:rect b="b" l="l" r="r" t="t"/>
                <a:pathLst>
                  <a:path extrusionOk="0" h="159" w="117">
                    <a:moveTo>
                      <a:pt x="0" y="15"/>
                    </a:moveTo>
                    <a:lnTo>
                      <a:pt x="94" y="159"/>
                    </a:lnTo>
                    <a:lnTo>
                      <a:pt x="117" y="144"/>
                    </a:lnTo>
                    <a:lnTo>
                      <a:pt x="23" y="0"/>
                    </a:lnTo>
                    <a:lnTo>
                      <a:pt x="0" y="1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2" name="Google Shape;1012;p32"/>
              <p:cNvSpPr/>
              <p:nvPr/>
            </p:nvSpPr>
            <p:spPr>
              <a:xfrm>
                <a:off x="6841088" y="2465000"/>
                <a:ext cx="182563" cy="249238"/>
              </a:xfrm>
              <a:custGeom>
                <a:rect b="b" l="l" r="r" t="t"/>
                <a:pathLst>
                  <a:path extrusionOk="0" h="157" w="115">
                    <a:moveTo>
                      <a:pt x="0" y="13"/>
                    </a:moveTo>
                    <a:lnTo>
                      <a:pt x="94" y="157"/>
                    </a:lnTo>
                    <a:lnTo>
                      <a:pt x="115" y="142"/>
                    </a:lnTo>
                    <a:lnTo>
                      <a:pt x="23" y="0"/>
                    </a:lnTo>
                    <a:lnTo>
                      <a:pt x="0" y="1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3" name="Google Shape;1013;p32"/>
              <p:cNvSpPr/>
              <p:nvPr/>
            </p:nvSpPr>
            <p:spPr>
              <a:xfrm>
                <a:off x="6307688" y="2811075"/>
                <a:ext cx="185738" cy="250825"/>
              </a:xfrm>
              <a:custGeom>
                <a:rect b="b" l="l" r="r" t="t"/>
                <a:pathLst>
                  <a:path extrusionOk="0" h="158" w="117">
                    <a:moveTo>
                      <a:pt x="0" y="14"/>
                    </a:moveTo>
                    <a:lnTo>
                      <a:pt x="94" y="158"/>
                    </a:lnTo>
                    <a:lnTo>
                      <a:pt x="117" y="144"/>
                    </a:lnTo>
                    <a:lnTo>
                      <a:pt x="23" y="0"/>
                    </a:lnTo>
                    <a:lnTo>
                      <a:pt x="0" y="1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4" name="Google Shape;1014;p32"/>
              <p:cNvSpPr/>
              <p:nvPr/>
            </p:nvSpPr>
            <p:spPr>
              <a:xfrm>
                <a:off x="6250538" y="2847588"/>
                <a:ext cx="182563" cy="254000"/>
              </a:xfrm>
              <a:custGeom>
                <a:rect b="b" l="l" r="r" t="t"/>
                <a:pathLst>
                  <a:path extrusionOk="0" h="160" w="115">
                    <a:moveTo>
                      <a:pt x="0" y="16"/>
                    </a:moveTo>
                    <a:lnTo>
                      <a:pt x="94" y="160"/>
                    </a:lnTo>
                    <a:lnTo>
                      <a:pt x="115" y="144"/>
                    </a:lnTo>
                    <a:lnTo>
                      <a:pt x="23" y="0"/>
                    </a:lnTo>
                    <a:lnTo>
                      <a:pt x="0" y="1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5" name="Google Shape;1015;p32"/>
              <p:cNvSpPr/>
              <p:nvPr/>
            </p:nvSpPr>
            <p:spPr>
              <a:xfrm>
                <a:off x="6429925" y="2588825"/>
                <a:ext cx="471488" cy="347663"/>
              </a:xfrm>
              <a:custGeom>
                <a:rect b="b" l="l" r="r" t="t"/>
                <a:pathLst>
                  <a:path extrusionOk="0" h="114" w="155">
                    <a:moveTo>
                      <a:pt x="11" y="78"/>
                    </a:moveTo>
                    <a:cubicBezTo>
                      <a:pt x="4" y="83"/>
                      <a:pt x="0" y="92"/>
                      <a:pt x="4" y="98"/>
                    </a:cubicBezTo>
                    <a:cubicBezTo>
                      <a:pt x="10" y="107"/>
                      <a:pt x="10" y="107"/>
                      <a:pt x="10" y="107"/>
                    </a:cubicBezTo>
                    <a:cubicBezTo>
                      <a:pt x="14" y="113"/>
                      <a:pt x="24" y="114"/>
                      <a:pt x="32" y="109"/>
                    </a:cubicBezTo>
                    <a:cubicBezTo>
                      <a:pt x="144" y="36"/>
                      <a:pt x="144" y="36"/>
                      <a:pt x="144" y="36"/>
                    </a:cubicBezTo>
                    <a:cubicBezTo>
                      <a:pt x="152" y="31"/>
                      <a:pt x="155" y="22"/>
                      <a:pt x="151" y="16"/>
                    </a:cubicBezTo>
                    <a:cubicBezTo>
                      <a:pt x="145" y="6"/>
                      <a:pt x="145" y="6"/>
                      <a:pt x="145" y="6"/>
                    </a:cubicBezTo>
                    <a:cubicBezTo>
                      <a:pt x="141" y="0"/>
                      <a:pt x="132" y="0"/>
                      <a:pt x="124" y="5"/>
                    </a:cubicBezTo>
                    <a:lnTo>
                      <a:pt x="11" y="7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6" name="Google Shape;1016;p32"/>
            <p:cNvGrpSpPr/>
            <p:nvPr/>
          </p:nvGrpSpPr>
          <p:grpSpPr>
            <a:xfrm rot="8100000">
              <a:off x="5852700" y="820772"/>
              <a:ext cx="1023242" cy="1521773"/>
              <a:chOff x="10437913" y="1585525"/>
              <a:chExt cx="1489075" cy="2214563"/>
            </a:xfrm>
          </p:grpSpPr>
          <p:sp>
            <p:nvSpPr>
              <p:cNvPr id="1017" name="Google Shape;1017;p32"/>
              <p:cNvSpPr/>
              <p:nvPr/>
            </p:nvSpPr>
            <p:spPr>
              <a:xfrm>
                <a:off x="10437913" y="2311013"/>
                <a:ext cx="1074738" cy="1489075"/>
              </a:xfrm>
              <a:custGeom>
                <a:rect b="b" l="l" r="r" t="t"/>
                <a:pathLst>
                  <a:path extrusionOk="0" h="489" w="353">
                    <a:moveTo>
                      <a:pt x="35" y="475"/>
                    </a:moveTo>
                    <a:cubicBezTo>
                      <a:pt x="28" y="485"/>
                      <a:pt x="21" y="489"/>
                      <a:pt x="12" y="483"/>
                    </a:cubicBezTo>
                    <a:cubicBezTo>
                      <a:pt x="10" y="481"/>
                      <a:pt x="10" y="481"/>
                      <a:pt x="10" y="481"/>
                    </a:cubicBezTo>
                    <a:cubicBezTo>
                      <a:pt x="0" y="475"/>
                      <a:pt x="2" y="467"/>
                      <a:pt x="8" y="457"/>
                    </a:cubicBezTo>
                    <a:cubicBezTo>
                      <a:pt x="298" y="10"/>
                      <a:pt x="298" y="10"/>
                      <a:pt x="298" y="10"/>
                    </a:cubicBezTo>
                    <a:cubicBezTo>
                      <a:pt x="304" y="0"/>
                      <a:pt x="316" y="4"/>
                      <a:pt x="326" y="11"/>
                    </a:cubicBezTo>
                    <a:cubicBezTo>
                      <a:pt x="335" y="17"/>
                      <a:pt x="335" y="17"/>
                      <a:pt x="335" y="17"/>
                    </a:cubicBezTo>
                    <a:cubicBezTo>
                      <a:pt x="345" y="24"/>
                      <a:pt x="353" y="33"/>
                      <a:pt x="346" y="43"/>
                    </a:cubicBezTo>
                    <a:lnTo>
                      <a:pt x="35" y="47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8" name="Google Shape;1018;p32"/>
              <p:cNvSpPr/>
              <p:nvPr/>
            </p:nvSpPr>
            <p:spPr>
              <a:xfrm>
                <a:off x="11293575" y="1976050"/>
                <a:ext cx="436563" cy="530225"/>
              </a:xfrm>
              <a:custGeom>
                <a:rect b="b" l="l" r="r" t="t"/>
                <a:pathLst>
                  <a:path extrusionOk="0" h="174" w="143">
                    <a:moveTo>
                      <a:pt x="62" y="164"/>
                    </a:moveTo>
                    <a:cubicBezTo>
                      <a:pt x="55" y="174"/>
                      <a:pt x="48" y="167"/>
                      <a:pt x="38" y="160"/>
                    </a:cubicBezTo>
                    <a:cubicBezTo>
                      <a:pt x="19" y="148"/>
                      <a:pt x="19" y="148"/>
                      <a:pt x="19" y="148"/>
                    </a:cubicBezTo>
                    <a:cubicBezTo>
                      <a:pt x="9" y="141"/>
                      <a:pt x="0" y="136"/>
                      <a:pt x="7" y="126"/>
                    </a:cubicBezTo>
                    <a:cubicBezTo>
                      <a:pt x="100" y="10"/>
                      <a:pt x="100" y="10"/>
                      <a:pt x="100" y="10"/>
                    </a:cubicBezTo>
                    <a:cubicBezTo>
                      <a:pt x="107" y="0"/>
                      <a:pt x="112" y="5"/>
                      <a:pt x="122" y="12"/>
                    </a:cubicBezTo>
                    <a:cubicBezTo>
                      <a:pt x="127" y="15"/>
                      <a:pt x="127" y="15"/>
                      <a:pt x="127" y="15"/>
                    </a:cubicBezTo>
                    <a:cubicBezTo>
                      <a:pt x="137" y="22"/>
                      <a:pt x="143" y="25"/>
                      <a:pt x="137" y="35"/>
                    </a:cubicBezTo>
                    <a:lnTo>
                      <a:pt x="62" y="16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9" name="Google Shape;1019;p32"/>
              <p:cNvSpPr/>
              <p:nvPr/>
            </p:nvSpPr>
            <p:spPr>
              <a:xfrm>
                <a:off x="11519000" y="1585525"/>
                <a:ext cx="407988" cy="630238"/>
              </a:xfrm>
              <a:custGeom>
                <a:rect b="b" l="l" r="r" t="t"/>
                <a:pathLst>
                  <a:path extrusionOk="0" h="207" w="134">
                    <a:moveTo>
                      <a:pt x="42" y="149"/>
                    </a:moveTo>
                    <a:cubicBezTo>
                      <a:pt x="0" y="121"/>
                      <a:pt x="16" y="93"/>
                      <a:pt x="44" y="76"/>
                    </a:cubicBezTo>
                    <a:cubicBezTo>
                      <a:pt x="71" y="58"/>
                      <a:pt x="119" y="34"/>
                      <a:pt x="134" y="0"/>
                    </a:cubicBezTo>
                    <a:cubicBezTo>
                      <a:pt x="121" y="53"/>
                      <a:pt x="128" y="207"/>
                      <a:pt x="42" y="149"/>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0" name="Google Shape;1020;p32"/>
              <p:cNvSpPr/>
              <p:nvPr/>
            </p:nvSpPr>
            <p:spPr>
              <a:xfrm>
                <a:off x="11641238" y="1720463"/>
                <a:ext cx="222250" cy="225425"/>
              </a:xfrm>
              <a:custGeom>
                <a:rect b="b" l="l" r="r" t="t"/>
                <a:pathLst>
                  <a:path extrusionOk="0" h="74" w="73">
                    <a:moveTo>
                      <a:pt x="73" y="0"/>
                    </a:moveTo>
                    <a:cubicBezTo>
                      <a:pt x="71" y="2"/>
                      <a:pt x="69" y="4"/>
                      <a:pt x="68" y="5"/>
                    </a:cubicBezTo>
                    <a:cubicBezTo>
                      <a:pt x="63" y="10"/>
                      <a:pt x="63" y="10"/>
                      <a:pt x="63" y="10"/>
                    </a:cubicBezTo>
                    <a:cubicBezTo>
                      <a:pt x="59" y="12"/>
                      <a:pt x="55" y="15"/>
                      <a:pt x="51" y="17"/>
                    </a:cubicBezTo>
                    <a:cubicBezTo>
                      <a:pt x="44" y="22"/>
                      <a:pt x="36" y="27"/>
                      <a:pt x="29" y="32"/>
                    </a:cubicBezTo>
                    <a:cubicBezTo>
                      <a:pt x="21" y="37"/>
                      <a:pt x="14" y="42"/>
                      <a:pt x="9" y="49"/>
                    </a:cubicBezTo>
                    <a:cubicBezTo>
                      <a:pt x="4" y="56"/>
                      <a:pt x="1" y="65"/>
                      <a:pt x="0" y="74"/>
                    </a:cubicBezTo>
                    <a:cubicBezTo>
                      <a:pt x="0" y="72"/>
                      <a:pt x="0" y="69"/>
                      <a:pt x="0" y="67"/>
                    </a:cubicBezTo>
                    <a:cubicBezTo>
                      <a:pt x="0" y="65"/>
                      <a:pt x="1" y="62"/>
                      <a:pt x="1" y="60"/>
                    </a:cubicBezTo>
                    <a:cubicBezTo>
                      <a:pt x="2" y="58"/>
                      <a:pt x="2" y="56"/>
                      <a:pt x="3" y="54"/>
                    </a:cubicBezTo>
                    <a:cubicBezTo>
                      <a:pt x="4" y="52"/>
                      <a:pt x="5" y="50"/>
                      <a:pt x="7" y="47"/>
                    </a:cubicBezTo>
                    <a:cubicBezTo>
                      <a:pt x="12" y="40"/>
                      <a:pt x="19" y="34"/>
                      <a:pt x="26" y="29"/>
                    </a:cubicBezTo>
                    <a:cubicBezTo>
                      <a:pt x="34" y="23"/>
                      <a:pt x="42" y="19"/>
                      <a:pt x="50" y="15"/>
                    </a:cubicBezTo>
                    <a:cubicBezTo>
                      <a:pt x="58" y="10"/>
                      <a:pt x="65" y="6"/>
                      <a:pt x="73"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1" name="Google Shape;1021;p32"/>
              <p:cNvSpPr/>
              <p:nvPr/>
            </p:nvSpPr>
            <p:spPr>
              <a:xfrm>
                <a:off x="11653938" y="1764913"/>
                <a:ext cx="200025" cy="228600"/>
              </a:xfrm>
              <a:custGeom>
                <a:rect b="b" l="l" r="r" t="t"/>
                <a:pathLst>
                  <a:path extrusionOk="0" h="75" w="66">
                    <a:moveTo>
                      <a:pt x="66" y="0"/>
                    </a:moveTo>
                    <a:cubicBezTo>
                      <a:pt x="57" y="15"/>
                      <a:pt x="47" y="28"/>
                      <a:pt x="36" y="40"/>
                    </a:cubicBezTo>
                    <a:cubicBezTo>
                      <a:pt x="25" y="53"/>
                      <a:pt x="13" y="64"/>
                      <a:pt x="0" y="75"/>
                    </a:cubicBezTo>
                    <a:cubicBezTo>
                      <a:pt x="11" y="62"/>
                      <a:pt x="22" y="50"/>
                      <a:pt x="33" y="38"/>
                    </a:cubicBezTo>
                    <a:cubicBezTo>
                      <a:pt x="44" y="25"/>
                      <a:pt x="55" y="13"/>
                      <a:pt x="66"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2" name="Google Shape;1022;p32"/>
              <p:cNvSpPr/>
              <p:nvPr/>
            </p:nvSpPr>
            <p:spPr>
              <a:xfrm>
                <a:off x="11707913" y="1817300"/>
                <a:ext cx="149225" cy="212725"/>
              </a:xfrm>
              <a:custGeom>
                <a:rect b="b" l="l" r="r" t="t"/>
                <a:pathLst>
                  <a:path extrusionOk="0" h="70" w="49">
                    <a:moveTo>
                      <a:pt x="49" y="0"/>
                    </a:moveTo>
                    <a:cubicBezTo>
                      <a:pt x="45" y="15"/>
                      <a:pt x="42" y="30"/>
                      <a:pt x="35" y="43"/>
                    </a:cubicBezTo>
                    <a:cubicBezTo>
                      <a:pt x="32" y="50"/>
                      <a:pt x="27" y="57"/>
                      <a:pt x="21" y="62"/>
                    </a:cubicBezTo>
                    <a:cubicBezTo>
                      <a:pt x="15" y="66"/>
                      <a:pt x="7" y="69"/>
                      <a:pt x="0" y="70"/>
                    </a:cubicBezTo>
                    <a:cubicBezTo>
                      <a:pt x="7" y="68"/>
                      <a:pt x="13" y="64"/>
                      <a:pt x="19" y="59"/>
                    </a:cubicBezTo>
                    <a:cubicBezTo>
                      <a:pt x="24" y="54"/>
                      <a:pt x="28" y="48"/>
                      <a:pt x="32" y="42"/>
                    </a:cubicBezTo>
                    <a:cubicBezTo>
                      <a:pt x="38" y="29"/>
                      <a:pt x="42" y="14"/>
                      <a:pt x="49" y="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School Subjects and Classroom Objects - French - 2nd grade by Slidesgo">
  <a:themeElements>
    <a:clrScheme name="Simple Light">
      <a:dk1>
        <a:srgbClr val="323B5C"/>
      </a:dk1>
      <a:lt1>
        <a:srgbClr val="D9F0F6"/>
      </a:lt1>
      <a:dk2>
        <a:srgbClr val="E8EDEE"/>
      </a:dk2>
      <a:lt2>
        <a:srgbClr val="B4E0EB"/>
      </a:lt2>
      <a:accent1>
        <a:srgbClr val="7B8DD9"/>
      </a:accent1>
      <a:accent2>
        <a:srgbClr val="5A67AD"/>
      </a:accent2>
      <a:accent3>
        <a:srgbClr val="FFCE73"/>
      </a:accent3>
      <a:accent4>
        <a:srgbClr val="FC8761"/>
      </a:accent4>
      <a:accent5>
        <a:srgbClr val="5ECC9E"/>
      </a:accent5>
      <a:accent6>
        <a:srgbClr val="FFFFFF"/>
      </a:accent6>
      <a:hlink>
        <a:srgbClr val="323B5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